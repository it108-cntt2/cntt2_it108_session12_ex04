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63215bbd3f5427a" /><Relationship Type="http://schemas.openxmlformats.org/officeDocument/2006/relationships/extended-properties" Target="/docProps/app.xml" Id="Rb1face1a23a04d8d" /><Relationship Type="http://schemas.openxmlformats.org/officeDocument/2006/relationships/officeDocument" Target="/ppt/presentation.xml" Id="Re2ed787bdee646da" /></Relationships>
</file>

<file path=ppt/presentation.xml><?xml version="1.0" encoding="utf-8"?>
<p:presentation xmlns:p="http://schemas.openxmlformats.org/presentationml/2006/main">
  <p:sldMasterIdLst>
    <p:sldMasterId xmlns:r="http://schemas.openxmlformats.org/officeDocument/2006/relationships" id="2147483648" r:id="R462d305f3f6845e5"/>
  </p:sldMasterIdLst>
  <p:notesMasterIdLst>
    <p:notesMasterId xmlns:r="http://schemas.openxmlformats.org/officeDocument/2006/relationships" r:id="R8af47f160e0d4745"/>
  </p:notesMasterIdLst>
  <p:sldIdLst>
    <p:sldId xmlns:r="http://schemas.openxmlformats.org/officeDocument/2006/relationships" id="256" r:id="R7d5de628362a4d9c"/>
    <p:sldId xmlns:r="http://schemas.openxmlformats.org/officeDocument/2006/relationships" id="257" r:id="R65f632d101384e95"/>
    <p:sldId xmlns:r="http://schemas.openxmlformats.org/officeDocument/2006/relationships" id="258" r:id="R6ef6cd7bed4c4471"/>
    <p:sldId xmlns:r="http://schemas.openxmlformats.org/officeDocument/2006/relationships" id="259" r:id="Rf48fc891103e4ad1"/>
    <p:sldId xmlns:r="http://schemas.openxmlformats.org/officeDocument/2006/relationships" id="260" r:id="R2ae2b1725a5142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383cdae11f42b6" /><Relationship Type="http://schemas.openxmlformats.org/officeDocument/2006/relationships/slideMaster" Target="/ppt/slideMasters/slideMaster1.xml" Id="R462d305f3f6845e5" /><Relationship Type="http://schemas.openxmlformats.org/officeDocument/2006/relationships/notesMaster" Target="/ppt/notesMasters/notesMaster1.xml" Id="R8af47f160e0d4745" /><Relationship Type="http://schemas.openxmlformats.org/officeDocument/2006/relationships/presProps" Target="/ppt/presProps.xml" Id="Rd12102f946964e26" /><Relationship Type="http://schemas.openxmlformats.org/officeDocument/2006/relationships/tableStyles" Target="/ppt/tableStyles.xml" Id="Rd21da8194e414ad6" /><Relationship Type="http://schemas.openxmlformats.org/officeDocument/2006/relationships/slide" Target="/ppt/slides/slide1.xml" Id="R7d5de628362a4d9c" /><Relationship Type="http://schemas.openxmlformats.org/officeDocument/2006/relationships/slide" Target="/ppt/slides/slide2.xml" Id="R65f632d101384e95" /><Relationship Type="http://schemas.openxmlformats.org/officeDocument/2006/relationships/slide" Target="/ppt/slides/slide3.xml" Id="R6ef6cd7bed4c4471" /><Relationship Type="http://schemas.openxmlformats.org/officeDocument/2006/relationships/slide" Target="/ppt/slides/slide4.xml" Id="Rf48fc891103e4ad1" /><Relationship Type="http://schemas.openxmlformats.org/officeDocument/2006/relationships/slide" Target="/ppt/slides/slide5.xml" Id="R2ae2b1725a5142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43926c3df945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68070ff4804363" /><Relationship Type="http://schemas.openxmlformats.org/officeDocument/2006/relationships/notesMaster" Target="/ppt/notesMasters/notesMaster1.xml" Id="Rbe39a2525efb46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fa1e3423554332" /><Relationship Type="http://schemas.openxmlformats.org/officeDocument/2006/relationships/notesMaster" Target="/ppt/notesMasters/notesMaster1.xml" Id="R3fae44ffae224e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46ac78e9e846c8" /><Relationship Type="http://schemas.openxmlformats.org/officeDocument/2006/relationships/notesMaster" Target="/ppt/notesMasters/notesMaster1.xml" Id="R2e126638536f49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a2cff9a2cf4d7f" /><Relationship Type="http://schemas.openxmlformats.org/officeDocument/2006/relationships/notesMaster" Target="/ppt/notesMasters/notesMaster1.xml" Id="R1e561d4ffa594d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d2362b76064d4c" /><Relationship Type="http://schemas.openxmlformats.org/officeDocument/2006/relationships/notesMaster" Target="/ppt/notesMasters/notesMaster1.xml" Id="R111123bcbef84e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Clinic_Cloud_1000_HoSo.xlsx, BaoCao!A5:C10. Dữ liệu giả lập. Một người được đếm một lần theo nhóm giám sát tại lượt khám gần nhất trong tháng 10/2026. Cúm 400, Sốt xuất huyết 300, Tay chân miệng 200, Khác 100. Biểu đồ là bản chụp dữ liệu có thể chỉnh sửa, không liên kết tự động với tệp 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bd895b56794c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f00bdd17214a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8896dcc61742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9a35a4a16f4d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687b6fcde54f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c133db3ff846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F88E21-4B74-462E-B582-856DF91A31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C05479-593A-4DDF-BB77-D3CADC54C1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9E235B-D1E9-443F-BADB-F28DE5C26E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0A594B-75E1-47E6-B45E-36CC1076C9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D179E50-E8F8-401D-AC25-764899AFD9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CF8A52-41B4-4697-A445-3CC07B987C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3F4457-60DE-4F88-A0DB-001AC699FC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FAFA537-1316-4830-9684-704731398A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D53CD6-FE57-4449-ABDB-6FFA3EEF91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E0209E-7507-496B-86F0-9AE2CD527E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e1d7734939494e" /><Relationship Type="http://schemas.openxmlformats.org/officeDocument/2006/relationships/slideLayout" Target="/ppt/slideLayouts/slideLayout1.xml" Id="Rf1e16406fa26491f" /><Relationship Type="http://schemas.openxmlformats.org/officeDocument/2006/relationships/slideLayout" Target="/ppt/slideLayouts/slideLayout2.xml" Id="R649dfdb1bf844bc4" /><Relationship Type="http://schemas.openxmlformats.org/officeDocument/2006/relationships/slideLayout" Target="/ppt/slideLayouts/slideLayout3.xml" Id="R6c761c37c890481d" /><Relationship Type="http://schemas.openxmlformats.org/officeDocument/2006/relationships/slideLayout" Target="/ppt/slideLayouts/slideLayout4.xml" Id="R58b459a0a3c74696" /><Relationship Type="http://schemas.openxmlformats.org/officeDocument/2006/relationships/slideLayout" Target="/ppt/slideLayouts/slideLayout5.xml" Id="R8521a06487044e72" /><Relationship Type="http://schemas.openxmlformats.org/officeDocument/2006/relationships/slideLayout" Target="/ppt/slideLayouts/slideLayout6.xml" Id="R4f90ee18d3524b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e16406fa26491f"/>
    <p:sldLayoutId xmlns:r="http://schemas.openxmlformats.org/officeDocument/2006/relationships" id="2147483650" r:id="R649dfdb1bf844bc4"/>
    <p:sldLayoutId xmlns:r="http://schemas.openxmlformats.org/officeDocument/2006/relationships" id="2147483651" r:id="R6c761c37c890481d"/>
    <p:sldLayoutId xmlns:r="http://schemas.openxmlformats.org/officeDocument/2006/relationships" id="2147483652" r:id="R58b459a0a3c74696"/>
    <p:sldLayoutId xmlns:r="http://schemas.openxmlformats.org/officeDocument/2006/relationships" id="2147483653" r:id="R8521a06487044e72"/>
    <p:sldLayoutId xmlns:r="http://schemas.openxmlformats.org/officeDocument/2006/relationships" id="2147483654" r:id="R4f90ee18d3524b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b34b3acb654f8e" /><Relationship Type="http://schemas.openxmlformats.org/officeDocument/2006/relationships/notesSlide" Target="/ppt/notesSlides/notesSlide1.xml" Id="R72162d6b040749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5c0de29ad949a6" /><Relationship Type="http://schemas.openxmlformats.org/officeDocument/2006/relationships/notesSlide" Target="/ppt/notesSlides/notesSlide2.xml" Id="R3a0e49b7147a48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19cd3b1fb5468b" /><Relationship Type="http://schemas.openxmlformats.org/officeDocument/2006/relationships/notesSlide" Target="/ppt/notesSlides/notesSlide3.xml" Id="R97db3bfc678243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3a0757fa274135" /><Relationship Type="http://schemas.openxmlformats.org/officeDocument/2006/relationships/chart" Target="/ppt/slides/charts/chart1.xml" Id="Rfb7253a42b1a4997" /><Relationship Type="http://schemas.openxmlformats.org/officeDocument/2006/relationships/notesSlide" Target="/ppt/notesSlides/notesSlide4.xml" Id="R1a410a995afc4a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b16a7e572b46d6" /><Relationship Type="http://schemas.openxmlformats.org/officeDocument/2006/relationships/notesSlide" Target="/ppt/notesSlides/notesSlide5.xml" Id="Rfe3306b9cb674b9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Bệnh nhân</c:v>
          </c:tx>
          <c:dPt>
            <c:idx val="0"/>
            <c:spPr>
              <a:solidFill xmlns:a="http://schemas.openxmlformats.org/drawingml/2006/main">
                <a:srgbClr val="0F766E"/>
              </a:solidFill>
            </c:spPr>
          </c:dPt>
          <c:dPt>
            <c:idx val="1"/>
            <c:spPr>
              <a:solidFill xmlns:a="http://schemas.openxmlformats.org/drawingml/2006/main">
                <a:srgbClr val="94A3B8"/>
              </a:solidFill>
            </c:spPr>
          </c:dPt>
          <c:dPt>
            <c:idx val="2"/>
            <c:spPr>
              <a:solidFill xmlns:a="http://schemas.openxmlformats.org/drawingml/2006/main">
                <a:srgbClr val="CBD5E1"/>
              </a:solidFill>
            </c:spPr>
          </c:dPt>
          <c:dPt>
            <c:idx val="3"/>
            <c:spPr>
              <a:solidFill xmlns:a="http://schemas.openxmlformats.org/drawingml/2006/main">
                <a:srgbClr val="E2E8F0"/>
              </a:solidFill>
            </c:spPr>
          </c:dPt>
          <c:cat>
            <c:strRef>
              <c:f>'Chart Data'!$A$2:$A$5</c:f>
              <c:strCache>
                <c:ptCount val="4"/>
                <c:pt idx="0">
                  <c:v>Cúm</c:v>
                </c:pt>
                <c:pt idx="1">
                  <c:v>Sốt xuất huyết</c:v>
                </c:pt>
                <c:pt idx="2">
                  <c:v>Tay chân miệng</c:v>
                </c:pt>
                <c:pt idx="3">
                  <c:v>Khác</c:v>
                </c:pt>
              </c:strCache>
            </c:strRef>
          </c:cat>
          <c:val>
            <c:numRef>
              <c:f>'Chart Data'!$B$2:$B$5</c:f>
              <c:numCache>
                <c:formatCode>General</c:formatCode>
                <c:ptCount val="4"/>
                <c:pt idx="0">
                  <c:v>400</c:v>
                </c:pt>
                <c:pt idx="1">
                  <c:v>300</c:v>
                </c:pt>
                <c:pt idx="2">
                  <c:v>200</c:v>
                </c:pt>
                <c:pt idx="3">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firstSliceAng val="270"/>
        <c:holeSize val="70"/>
      </c:doughnutChart>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AEF8EF-DCFC-43E1-AD56-4462E7863650}"/>
              </a:ext>
            </a:extLst>
          </p:cNvPr>
          <p:cNvSpPr>
            <a:spLocks xmlns:a="http://schemas.openxmlformats.org/drawingml/2006/main" noGrp="1"/>
          </p:cNvSpPr>
          <p:nvPr/>
        </p:nvSpPr>
        <p:spPr>
          <a:xfrm xmlns:a="http://schemas.openxmlformats.org/drawingml/2006/main">
            <a:off x="666750" y="523875"/>
            <a:ext cx="10763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Bệnh án điện tử Clinic Cloud</a:t>
            </a:r>
          </a:p>
        </p:txBody>
      </p:sp>
      <p:sp>
        <p:nvSpPr>
          <p:cNvPr id="2" name="">
            <a:extLst xmlns:a="http://schemas.openxmlformats.org/drawingml/2006/main">
              <a:ext uri="{FF2B5EF4-FFF2-40B4-BE49-F238E27FC236}">
                <a16:creationId xmlns:a16="http://schemas.microsoft.com/office/drawing/2014/main" id="{E7E872DF-9AFF-4C7B-B2B4-FF1CDBB9EDBE}"/>
              </a:ext>
            </a:extLst>
          </p:cNvPr>
          <p:cNvSpPr>
            <a:spLocks xmlns:a="http://schemas.openxmlformats.org/drawingml/2006/main" noGrp="1"/>
          </p:cNvSpPr>
          <p:nvPr/>
        </p:nvSpPr>
        <p:spPr>
          <a:xfrm xmlns:a="http://schemas.openxmlformats.org/drawingml/2006/main">
            <a:off x="666750" y="631507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4748B"/>
                </a:solidFill>
                <a:latin typeface="Arial"/>
                <a:ea typeface="Arial"/>
                <a:cs typeface="Arial"/>
              </a:defRPr>
            </a:defPPr>
            <a:lvl1pPr>
              <a:defRPr sz="1275" b="0">
                <a:solidFill>
                  <a:srgbClr val="64748B"/>
                </a:solidFill>
                <a:latin typeface="Arial"/>
                <a:ea typeface="Arial"/>
                <a:cs typeface="Arial"/>
              </a:defRPr>
            </a:lvl1pPr>
            <a:lvl2pPr>
              <a:defRPr sz="1275" b="0">
                <a:solidFill>
                  <a:srgbClr val="64748B"/>
                </a:solidFill>
                <a:latin typeface="Arial"/>
                <a:ea typeface="Arial"/>
                <a:cs typeface="Arial"/>
              </a:defRPr>
            </a:lvl2pPr>
            <a:lvl3pPr>
              <a:defRPr sz="1275" b="0">
                <a:solidFill>
                  <a:srgbClr val="64748B"/>
                </a:solidFill>
                <a:latin typeface="Arial"/>
                <a:ea typeface="Arial"/>
                <a:cs typeface="Arial"/>
              </a:defRPr>
            </a:lvl3pPr>
            <a:lvl4pPr>
              <a:defRPr sz="1275" b="0">
                <a:solidFill>
                  <a:srgbClr val="64748B"/>
                </a:solidFill>
                <a:latin typeface="Arial"/>
                <a:ea typeface="Arial"/>
                <a:cs typeface="Arial"/>
              </a:defRPr>
            </a:lvl4pPr>
            <a:lvl5pPr>
              <a:defRPr sz="1275" b="0">
                <a:solidFill>
                  <a:srgbClr val="64748B"/>
                </a:solidFill>
                <a:latin typeface="Arial"/>
                <a:ea typeface="Arial"/>
                <a:cs typeface="Arial"/>
              </a:defRPr>
            </a:lvl5pPr>
            <a:lvl6pPr>
              <a:defRPr sz="1275" b="0">
                <a:solidFill>
                  <a:srgbClr val="64748B"/>
                </a:solidFill>
                <a:latin typeface="Arial"/>
                <a:ea typeface="Arial"/>
                <a:cs typeface="Arial"/>
              </a:defRPr>
            </a:lvl6pPr>
            <a:lvl7pPr>
              <a:defRPr sz="1275" b="0">
                <a:solidFill>
                  <a:srgbClr val="64748B"/>
                </a:solidFill>
                <a:latin typeface="Arial"/>
                <a:ea typeface="Arial"/>
                <a:cs typeface="Arial"/>
              </a:defRPr>
            </a:lvl7pPr>
            <a:lvl8pPr>
              <a:defRPr sz="1275" b="0">
                <a:solidFill>
                  <a:srgbClr val="64748B"/>
                </a:solidFill>
                <a:latin typeface="Arial"/>
                <a:ea typeface="Arial"/>
                <a:cs typeface="Arial"/>
              </a:defRPr>
            </a:lvl8pPr>
            <a:lvl9pPr>
              <a:defRPr sz="1275" b="0">
                <a:solidFill>
                  <a:srgbClr val="64748B"/>
                </a:solidFill>
                <a:latin typeface="Arial"/>
                <a:ea typeface="Arial"/>
                <a:cs typeface="Arial"/>
              </a:defRPr>
            </a:lvl9pPr>
          </a:lstStyle>
          <a:p xmlns:a="http://schemas.openxmlformats.org/drawingml/2006/main">
            <a:pPr>
              <a:defRPr sz="1275" b="0">
                <a:solidFill>
                  <a:srgbClr val="64748B"/>
                </a:solidFill>
                <a:latin typeface="Arial"/>
                <a:ea typeface="Arial"/>
                <a:cs typeface="Arial"/>
              </a:defRPr>
            </a:pPr>
            <a:r>
              <a:rPr sz="1275" b="0">
                <a:solidFill>
                  <a:srgbClr val="64748B"/>
                </a:solidFill>
                <a:latin typeface="Arial"/>
                <a:ea typeface="Arial"/>
                <a:cs typeface="Arial"/>
              </a:rPr>
              <a:t>Clinic Cloud   01</a:t>
            </a:r>
          </a:p>
        </p:txBody>
      </p:sp>
      <p:sp>
        <p:nvSpPr>
          <p:cNvPr id="3" name="">
            <a:extLst xmlns:a="http://schemas.openxmlformats.org/drawingml/2006/main">
              <a:ext uri="{FF2B5EF4-FFF2-40B4-BE49-F238E27FC236}">
                <a16:creationId xmlns:a16="http://schemas.microsoft.com/office/drawing/2014/main" id="{A0BFFBE4-D4A4-4EB2-8E43-5FBA3C0851DB}"/>
              </a:ext>
            </a:extLst>
          </p:cNvPr>
          <p:cNvSpPr>
            <a:spLocks xmlns:a="http://schemas.openxmlformats.org/drawingml/2006/main" noGrp="1"/>
          </p:cNvSpPr>
          <p:nvPr/>
        </p:nvSpPr>
        <p:spPr>
          <a:xfrm xmlns:a="http://schemas.openxmlformats.org/drawingml/2006/main">
            <a:off x="666750" y="18097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0F766E"/>
                </a:solidFill>
                <a:latin typeface="Arial"/>
                <a:ea typeface="Arial"/>
                <a:cs typeface="Arial"/>
              </a:defRPr>
            </a:defPPr>
            <a:lvl1pPr>
              <a:defRPr sz="4050" b="1">
                <a:solidFill>
                  <a:srgbClr val="0F766E"/>
                </a:solidFill>
                <a:latin typeface="Arial"/>
                <a:ea typeface="Arial"/>
                <a:cs typeface="Arial"/>
              </a:defRPr>
            </a:lvl1pPr>
            <a:lvl2pPr>
              <a:defRPr sz="4050" b="1">
                <a:solidFill>
                  <a:srgbClr val="0F766E"/>
                </a:solidFill>
                <a:latin typeface="Arial"/>
                <a:ea typeface="Arial"/>
                <a:cs typeface="Arial"/>
              </a:defRPr>
            </a:lvl2pPr>
            <a:lvl3pPr>
              <a:defRPr sz="4050" b="1">
                <a:solidFill>
                  <a:srgbClr val="0F766E"/>
                </a:solidFill>
                <a:latin typeface="Arial"/>
                <a:ea typeface="Arial"/>
                <a:cs typeface="Arial"/>
              </a:defRPr>
            </a:lvl3pPr>
            <a:lvl4pPr>
              <a:defRPr sz="4050" b="1">
                <a:solidFill>
                  <a:srgbClr val="0F766E"/>
                </a:solidFill>
                <a:latin typeface="Arial"/>
                <a:ea typeface="Arial"/>
                <a:cs typeface="Arial"/>
              </a:defRPr>
            </a:lvl4pPr>
            <a:lvl5pPr>
              <a:defRPr sz="4050" b="1">
                <a:solidFill>
                  <a:srgbClr val="0F766E"/>
                </a:solidFill>
                <a:latin typeface="Arial"/>
                <a:ea typeface="Arial"/>
                <a:cs typeface="Arial"/>
              </a:defRPr>
            </a:lvl5pPr>
            <a:lvl6pPr>
              <a:defRPr sz="4050" b="1">
                <a:solidFill>
                  <a:srgbClr val="0F766E"/>
                </a:solidFill>
                <a:latin typeface="Arial"/>
                <a:ea typeface="Arial"/>
                <a:cs typeface="Arial"/>
              </a:defRPr>
            </a:lvl6pPr>
            <a:lvl7pPr>
              <a:defRPr sz="4050" b="1">
                <a:solidFill>
                  <a:srgbClr val="0F766E"/>
                </a:solidFill>
                <a:latin typeface="Arial"/>
                <a:ea typeface="Arial"/>
                <a:cs typeface="Arial"/>
              </a:defRPr>
            </a:lvl7pPr>
            <a:lvl8pPr>
              <a:defRPr sz="4050" b="1">
                <a:solidFill>
                  <a:srgbClr val="0F766E"/>
                </a:solidFill>
                <a:latin typeface="Arial"/>
                <a:ea typeface="Arial"/>
                <a:cs typeface="Arial"/>
              </a:defRPr>
            </a:lvl8pPr>
            <a:lvl9pPr>
              <a:defRPr sz="4050" b="1">
                <a:solidFill>
                  <a:srgbClr val="0F766E"/>
                </a:solidFill>
                <a:latin typeface="Arial"/>
                <a:ea typeface="Arial"/>
                <a:cs typeface="Arial"/>
              </a:defRPr>
            </a:lvl9pPr>
          </a:lstStyle>
          <a:p xmlns:a="http://schemas.openxmlformats.org/drawingml/2006/main">
            <a:pPr>
              <a:defRPr sz="4050" b="1">
                <a:solidFill>
                  <a:srgbClr val="0F766E"/>
                </a:solidFill>
                <a:latin typeface="Arial"/>
                <a:ea typeface="Arial"/>
                <a:cs typeface="Arial"/>
              </a:defRPr>
            </a:pPr>
            <a:r>
              <a:rPr sz="4050" b="1">
                <a:solidFill>
                  <a:srgbClr val="0F766E"/>
                </a:solidFill>
                <a:latin typeface="Arial"/>
                <a:ea typeface="Arial"/>
                <a:cs typeface="Arial"/>
              </a:rPr>
              <a:t>Quản lý 1.000 hồ sơ bệnh nhân</a:t>
            </a:r>
          </a:p>
        </p:txBody>
      </p:sp>
      <p:sp>
        <p:nvSpPr>
          <p:cNvPr id="4" name="">
            <a:extLst xmlns:a="http://schemas.openxmlformats.org/drawingml/2006/main">
              <a:ext uri="{FF2B5EF4-FFF2-40B4-BE49-F238E27FC236}">
                <a16:creationId xmlns:a16="http://schemas.microsoft.com/office/drawing/2014/main" id="{35248BCC-5F7E-459E-BE72-1E2EEFF29D6C}"/>
              </a:ext>
            </a:extLst>
          </p:cNvPr>
          <p:cNvSpPr>
            <a:spLocks xmlns:a="http://schemas.openxmlformats.org/drawingml/2006/main" noGrp="1"/>
          </p:cNvSpPr>
          <p:nvPr/>
        </p:nvSpPr>
        <p:spPr>
          <a:xfrm xmlns:a="http://schemas.openxmlformats.org/drawingml/2006/main">
            <a:off x="666750" y="3238500"/>
            <a:ext cx="9525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6324F"/>
                </a:solidFill>
                <a:latin typeface="Arial"/>
                <a:ea typeface="Arial"/>
                <a:cs typeface="Arial"/>
              </a:defRPr>
            </a:defPPr>
            <a:lvl1pPr>
              <a:defRPr sz="2400" b="0">
                <a:solidFill>
                  <a:srgbClr val="16324F"/>
                </a:solidFill>
                <a:latin typeface="Arial"/>
                <a:ea typeface="Arial"/>
                <a:cs typeface="Arial"/>
              </a:defRPr>
            </a:lvl1pPr>
            <a:lvl2pPr>
              <a:defRPr sz="2400" b="0">
                <a:solidFill>
                  <a:srgbClr val="16324F"/>
                </a:solidFill>
                <a:latin typeface="Arial"/>
                <a:ea typeface="Arial"/>
                <a:cs typeface="Arial"/>
              </a:defRPr>
            </a:lvl2pPr>
            <a:lvl3pPr>
              <a:defRPr sz="2400" b="0">
                <a:solidFill>
                  <a:srgbClr val="16324F"/>
                </a:solidFill>
                <a:latin typeface="Arial"/>
                <a:ea typeface="Arial"/>
                <a:cs typeface="Arial"/>
              </a:defRPr>
            </a:lvl3pPr>
            <a:lvl4pPr>
              <a:defRPr sz="2400" b="0">
                <a:solidFill>
                  <a:srgbClr val="16324F"/>
                </a:solidFill>
                <a:latin typeface="Arial"/>
                <a:ea typeface="Arial"/>
                <a:cs typeface="Arial"/>
              </a:defRPr>
            </a:lvl4pPr>
            <a:lvl5pPr>
              <a:defRPr sz="2400" b="0">
                <a:solidFill>
                  <a:srgbClr val="16324F"/>
                </a:solidFill>
                <a:latin typeface="Arial"/>
                <a:ea typeface="Arial"/>
                <a:cs typeface="Arial"/>
              </a:defRPr>
            </a:lvl5pPr>
            <a:lvl6pPr>
              <a:defRPr sz="2400" b="0">
                <a:solidFill>
                  <a:srgbClr val="16324F"/>
                </a:solidFill>
                <a:latin typeface="Arial"/>
                <a:ea typeface="Arial"/>
                <a:cs typeface="Arial"/>
              </a:defRPr>
            </a:lvl6pPr>
            <a:lvl7pPr>
              <a:defRPr sz="2400" b="0">
                <a:solidFill>
                  <a:srgbClr val="16324F"/>
                </a:solidFill>
                <a:latin typeface="Arial"/>
                <a:ea typeface="Arial"/>
                <a:cs typeface="Arial"/>
              </a:defRPr>
            </a:lvl7pPr>
            <a:lvl8pPr>
              <a:defRPr sz="2400" b="0">
                <a:solidFill>
                  <a:srgbClr val="16324F"/>
                </a:solidFill>
                <a:latin typeface="Arial"/>
                <a:ea typeface="Arial"/>
                <a:cs typeface="Arial"/>
              </a:defRPr>
            </a:lvl8pPr>
            <a:lvl9pPr>
              <a:defRPr sz="2400" b="0">
                <a:solidFill>
                  <a:srgbClr val="16324F"/>
                </a:solidFill>
                <a:latin typeface="Arial"/>
                <a:ea typeface="Arial"/>
                <a:cs typeface="Arial"/>
              </a:defRPr>
            </a:lvl9pPr>
          </a:lstStyle>
          <a:p xmlns:a="http://schemas.openxmlformats.org/drawingml/2006/main">
            <a:pPr>
              <a:defRPr sz="2400" b="0">
                <a:solidFill>
                  <a:srgbClr val="16324F"/>
                </a:solidFill>
                <a:latin typeface="Arial"/>
                <a:ea typeface="Arial"/>
                <a:cs typeface="Arial"/>
              </a:defRPr>
            </a:pPr>
            <a:r>
              <a:rPr sz="2400" b="0">
                <a:solidFill>
                  <a:srgbClr val="16324F"/>
                </a:solidFill>
                <a:latin typeface="Arial"/>
                <a:ea typeface="Arial"/>
                <a:cs typeface="Arial"/>
              </a:rPr>
              <a:t>SRS và bảo mật dữ liệu</a:t>
            </a:r>
          </a:p>
          <a:p xmlns:a="http://schemas.openxmlformats.org/drawingml/2006/main">
            <a:pPr>
              <a:defRPr sz="2400" b="0">
                <a:solidFill>
                  <a:srgbClr val="16324F"/>
                </a:solidFill>
                <a:latin typeface="Arial"/>
                <a:ea typeface="Arial"/>
                <a:cs typeface="Arial"/>
              </a:defRPr>
            </a:pPr>
            <a:r>
              <a:rPr sz="2400" b="0">
                <a:solidFill>
                  <a:srgbClr val="16324F"/>
                </a:solidFill>
                <a:latin typeface="Arial"/>
                <a:ea typeface="Arial"/>
                <a:cs typeface="Arial"/>
              </a:rPr>
              <a:t>Excel theo Database Mindset</a:t>
            </a:r>
          </a:p>
          <a:p xmlns:a="http://schemas.openxmlformats.org/drawingml/2006/main">
            <a:pPr>
              <a:defRPr sz="2400" b="0">
                <a:solidFill>
                  <a:srgbClr val="16324F"/>
                </a:solidFill>
                <a:latin typeface="Arial"/>
                <a:ea typeface="Arial"/>
                <a:cs typeface="Arial"/>
              </a:defRPr>
            </a:pPr>
            <a:r>
              <a:rPr sz="2400" b="0">
                <a:solidFill>
                  <a:srgbClr val="16324F"/>
                </a:solidFill>
                <a:latin typeface="Arial"/>
                <a:ea typeface="Arial"/>
                <a:cs typeface="Arial"/>
              </a:rPr>
              <a:t>Báo cáo nhóm giám sát</a:t>
            </a:r>
          </a:p>
        </p:txBody>
      </p:sp>
      <p:sp>
        <p:nvSpPr>
          <p:cNvPr id="5" name="">
            <a:extLst xmlns:a="http://schemas.openxmlformats.org/drawingml/2006/main">
              <a:ext uri="{FF2B5EF4-FFF2-40B4-BE49-F238E27FC236}">
                <a16:creationId xmlns:a16="http://schemas.microsoft.com/office/drawing/2014/main" id="{2C736F09-7E51-4EE1-85E6-BDEA8E1AE169}"/>
              </a:ext>
            </a:extLst>
          </p:cNvPr>
          <p:cNvSpPr>
            <a:spLocks xmlns:a="http://schemas.openxmlformats.org/drawingml/2006/main" noGrp="1"/>
          </p:cNvSpPr>
          <p:nvPr/>
        </p:nvSpPr>
        <p:spPr>
          <a:xfrm xmlns:a="http://schemas.openxmlformats.org/drawingml/2006/main">
            <a:off x="666750" y="54768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64748B"/>
                </a:solidFill>
                <a:latin typeface="Arial"/>
                <a:ea typeface="Arial"/>
                <a:cs typeface="Arial"/>
              </a:defRPr>
            </a:defPPr>
            <a:lvl1pPr>
              <a:defRPr sz="1725" b="0">
                <a:solidFill>
                  <a:srgbClr val="64748B"/>
                </a:solidFill>
                <a:latin typeface="Arial"/>
                <a:ea typeface="Arial"/>
                <a:cs typeface="Arial"/>
              </a:defRPr>
            </a:lvl1pPr>
            <a:lvl2pPr>
              <a:defRPr sz="1725" b="0">
                <a:solidFill>
                  <a:srgbClr val="64748B"/>
                </a:solidFill>
                <a:latin typeface="Arial"/>
                <a:ea typeface="Arial"/>
                <a:cs typeface="Arial"/>
              </a:defRPr>
            </a:lvl2pPr>
            <a:lvl3pPr>
              <a:defRPr sz="1725" b="0">
                <a:solidFill>
                  <a:srgbClr val="64748B"/>
                </a:solidFill>
                <a:latin typeface="Arial"/>
                <a:ea typeface="Arial"/>
                <a:cs typeface="Arial"/>
              </a:defRPr>
            </a:lvl3pPr>
            <a:lvl4pPr>
              <a:defRPr sz="1725" b="0">
                <a:solidFill>
                  <a:srgbClr val="64748B"/>
                </a:solidFill>
                <a:latin typeface="Arial"/>
                <a:ea typeface="Arial"/>
                <a:cs typeface="Arial"/>
              </a:defRPr>
            </a:lvl4pPr>
            <a:lvl5pPr>
              <a:defRPr sz="1725" b="0">
                <a:solidFill>
                  <a:srgbClr val="64748B"/>
                </a:solidFill>
                <a:latin typeface="Arial"/>
                <a:ea typeface="Arial"/>
                <a:cs typeface="Arial"/>
              </a:defRPr>
            </a:lvl5pPr>
            <a:lvl6pPr>
              <a:defRPr sz="1725" b="0">
                <a:solidFill>
                  <a:srgbClr val="64748B"/>
                </a:solidFill>
                <a:latin typeface="Arial"/>
                <a:ea typeface="Arial"/>
                <a:cs typeface="Arial"/>
              </a:defRPr>
            </a:lvl6pPr>
            <a:lvl7pPr>
              <a:defRPr sz="1725" b="0">
                <a:solidFill>
                  <a:srgbClr val="64748B"/>
                </a:solidFill>
                <a:latin typeface="Arial"/>
                <a:ea typeface="Arial"/>
                <a:cs typeface="Arial"/>
              </a:defRPr>
            </a:lvl7pPr>
            <a:lvl8pPr>
              <a:defRPr sz="1725" b="0">
                <a:solidFill>
                  <a:srgbClr val="64748B"/>
                </a:solidFill>
                <a:latin typeface="Arial"/>
                <a:ea typeface="Arial"/>
                <a:cs typeface="Arial"/>
              </a:defRPr>
            </a:lvl8pPr>
            <a:lvl9pPr>
              <a:defRPr sz="1725" b="0">
                <a:solidFill>
                  <a:srgbClr val="64748B"/>
                </a:solidFill>
                <a:latin typeface="Arial"/>
                <a:ea typeface="Arial"/>
                <a:cs typeface="Arial"/>
              </a:defRPr>
            </a:lvl9pPr>
          </a:lstStyle>
          <a:p xmlns:a="http://schemas.openxmlformats.org/drawingml/2006/main">
            <a:pPr>
              <a:defRPr sz="1725" b="0">
                <a:solidFill>
                  <a:srgbClr val="64748B"/>
                </a:solidFill>
                <a:latin typeface="Arial"/>
                <a:ea typeface="Arial"/>
                <a:cs typeface="Arial"/>
              </a:defRPr>
            </a:pPr>
            <a:r>
              <a:rPr sz="1725" b="0">
                <a:solidFill>
                  <a:srgbClr val="64748B"/>
                </a:solidFill>
                <a:latin typeface="Arial"/>
                <a:ea typeface="Arial"/>
                <a:cs typeface="Arial"/>
              </a:rPr>
              <a:t>Bài thực hành với dữ liệu hoàn toàn giả lập</a:t>
            </a:r>
          </a:p>
        </p:txBody>
      </p:sp>
    </p:spTree>
    <p:extLst>
      <p:ext uri="{BB962C8B-B14F-4D97-AF65-F5344CB8AC3E}">
        <p14:creationId xmlns:p14="http://schemas.microsoft.com/office/powerpoint/2010/main" val="11392451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6D443C-2762-4F38-8E53-F685218ED842}"/>
              </a:ext>
            </a:extLst>
          </p:cNvPr>
          <p:cNvSpPr>
            <a:spLocks xmlns:a="http://schemas.openxmlformats.org/drawingml/2006/main" noGrp="1"/>
          </p:cNvSpPr>
          <p:nvPr/>
        </p:nvSpPr>
        <p:spPr>
          <a:xfrm xmlns:a="http://schemas.openxmlformats.org/drawingml/2006/main">
            <a:off x="666750" y="523875"/>
            <a:ext cx="10763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Yêu cầu chức năng và phi chức năng</a:t>
            </a:r>
          </a:p>
        </p:txBody>
      </p:sp>
      <p:sp>
        <p:nvSpPr>
          <p:cNvPr id="2" name="">
            <a:extLst xmlns:a="http://schemas.openxmlformats.org/drawingml/2006/main">
              <a:ext uri="{FF2B5EF4-FFF2-40B4-BE49-F238E27FC236}">
                <a16:creationId xmlns:a16="http://schemas.microsoft.com/office/drawing/2014/main" id="{2DCE4362-3187-4902-AAD4-0E662D52DD27}"/>
              </a:ext>
            </a:extLst>
          </p:cNvPr>
          <p:cNvSpPr>
            <a:spLocks xmlns:a="http://schemas.openxmlformats.org/drawingml/2006/main" noGrp="1"/>
          </p:cNvSpPr>
          <p:nvPr/>
        </p:nvSpPr>
        <p:spPr>
          <a:xfrm xmlns:a="http://schemas.openxmlformats.org/drawingml/2006/main">
            <a:off x="666750" y="631507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4748B"/>
                </a:solidFill>
                <a:latin typeface="Arial"/>
                <a:ea typeface="Arial"/>
                <a:cs typeface="Arial"/>
              </a:defRPr>
            </a:defPPr>
            <a:lvl1pPr>
              <a:defRPr sz="1275" b="0">
                <a:solidFill>
                  <a:srgbClr val="64748B"/>
                </a:solidFill>
                <a:latin typeface="Arial"/>
                <a:ea typeface="Arial"/>
                <a:cs typeface="Arial"/>
              </a:defRPr>
            </a:lvl1pPr>
            <a:lvl2pPr>
              <a:defRPr sz="1275" b="0">
                <a:solidFill>
                  <a:srgbClr val="64748B"/>
                </a:solidFill>
                <a:latin typeface="Arial"/>
                <a:ea typeface="Arial"/>
                <a:cs typeface="Arial"/>
              </a:defRPr>
            </a:lvl2pPr>
            <a:lvl3pPr>
              <a:defRPr sz="1275" b="0">
                <a:solidFill>
                  <a:srgbClr val="64748B"/>
                </a:solidFill>
                <a:latin typeface="Arial"/>
                <a:ea typeface="Arial"/>
                <a:cs typeface="Arial"/>
              </a:defRPr>
            </a:lvl3pPr>
            <a:lvl4pPr>
              <a:defRPr sz="1275" b="0">
                <a:solidFill>
                  <a:srgbClr val="64748B"/>
                </a:solidFill>
                <a:latin typeface="Arial"/>
                <a:ea typeface="Arial"/>
                <a:cs typeface="Arial"/>
              </a:defRPr>
            </a:lvl4pPr>
            <a:lvl5pPr>
              <a:defRPr sz="1275" b="0">
                <a:solidFill>
                  <a:srgbClr val="64748B"/>
                </a:solidFill>
                <a:latin typeface="Arial"/>
                <a:ea typeface="Arial"/>
                <a:cs typeface="Arial"/>
              </a:defRPr>
            </a:lvl5pPr>
            <a:lvl6pPr>
              <a:defRPr sz="1275" b="0">
                <a:solidFill>
                  <a:srgbClr val="64748B"/>
                </a:solidFill>
                <a:latin typeface="Arial"/>
                <a:ea typeface="Arial"/>
                <a:cs typeface="Arial"/>
              </a:defRPr>
            </a:lvl6pPr>
            <a:lvl7pPr>
              <a:defRPr sz="1275" b="0">
                <a:solidFill>
                  <a:srgbClr val="64748B"/>
                </a:solidFill>
                <a:latin typeface="Arial"/>
                <a:ea typeface="Arial"/>
                <a:cs typeface="Arial"/>
              </a:defRPr>
            </a:lvl7pPr>
            <a:lvl8pPr>
              <a:defRPr sz="1275" b="0">
                <a:solidFill>
                  <a:srgbClr val="64748B"/>
                </a:solidFill>
                <a:latin typeface="Arial"/>
                <a:ea typeface="Arial"/>
                <a:cs typeface="Arial"/>
              </a:defRPr>
            </a:lvl8pPr>
            <a:lvl9pPr>
              <a:defRPr sz="1275" b="0">
                <a:solidFill>
                  <a:srgbClr val="64748B"/>
                </a:solidFill>
                <a:latin typeface="Arial"/>
                <a:ea typeface="Arial"/>
                <a:cs typeface="Arial"/>
              </a:defRPr>
            </a:lvl9pPr>
          </a:lstStyle>
          <a:p xmlns:a="http://schemas.openxmlformats.org/drawingml/2006/main">
            <a:pPr>
              <a:defRPr sz="1275" b="0">
                <a:solidFill>
                  <a:srgbClr val="64748B"/>
                </a:solidFill>
                <a:latin typeface="Arial"/>
                <a:ea typeface="Arial"/>
                <a:cs typeface="Arial"/>
              </a:defRPr>
            </a:pPr>
            <a:r>
              <a:rPr sz="1275" b="0">
                <a:solidFill>
                  <a:srgbClr val="64748B"/>
                </a:solidFill>
                <a:latin typeface="Arial"/>
                <a:ea typeface="Arial"/>
                <a:cs typeface="Arial"/>
              </a:rPr>
              <a:t>Clinic Cloud   02</a:t>
            </a:r>
          </a:p>
        </p:txBody>
      </p:sp>
      <p:sp>
        <p:nvSpPr>
          <p:cNvPr id="3" name="">
            <a:extLst xmlns:a="http://schemas.openxmlformats.org/drawingml/2006/main">
              <a:ext uri="{FF2B5EF4-FFF2-40B4-BE49-F238E27FC236}">
                <a16:creationId xmlns:a16="http://schemas.microsoft.com/office/drawing/2014/main" id="{59C6B968-037E-4710-B9D4-D289E8C077CB}"/>
              </a:ext>
            </a:extLst>
          </p:cNvPr>
          <p:cNvSpPr>
            <a:spLocks xmlns:a="http://schemas.openxmlformats.org/drawingml/2006/main" noGrp="1"/>
          </p:cNvSpPr>
          <p:nvPr/>
        </p:nvSpPr>
        <p:spPr>
          <a:xfrm xmlns:a="http://schemas.openxmlformats.org/drawingml/2006/main">
            <a:off x="666750" y="18097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F766E"/>
                </a:solidFill>
                <a:latin typeface="Arial"/>
                <a:ea typeface="Arial"/>
                <a:cs typeface="Arial"/>
              </a:defRPr>
            </a:defPPr>
            <a:lvl1pPr>
              <a:defRPr sz="1950" b="1">
                <a:solidFill>
                  <a:srgbClr val="0F766E"/>
                </a:solidFill>
                <a:latin typeface="Arial"/>
                <a:ea typeface="Arial"/>
                <a:cs typeface="Arial"/>
              </a:defRPr>
            </a:lvl1pPr>
            <a:lvl2pPr>
              <a:defRPr sz="1950" b="1">
                <a:solidFill>
                  <a:srgbClr val="0F766E"/>
                </a:solidFill>
                <a:latin typeface="Arial"/>
                <a:ea typeface="Arial"/>
                <a:cs typeface="Arial"/>
              </a:defRPr>
            </a:lvl2pPr>
            <a:lvl3pPr>
              <a:defRPr sz="1950" b="1">
                <a:solidFill>
                  <a:srgbClr val="0F766E"/>
                </a:solidFill>
                <a:latin typeface="Arial"/>
                <a:ea typeface="Arial"/>
                <a:cs typeface="Arial"/>
              </a:defRPr>
            </a:lvl3pPr>
            <a:lvl4pPr>
              <a:defRPr sz="1950" b="1">
                <a:solidFill>
                  <a:srgbClr val="0F766E"/>
                </a:solidFill>
                <a:latin typeface="Arial"/>
                <a:ea typeface="Arial"/>
                <a:cs typeface="Arial"/>
              </a:defRPr>
            </a:lvl4pPr>
            <a:lvl5pPr>
              <a:defRPr sz="1950" b="1">
                <a:solidFill>
                  <a:srgbClr val="0F766E"/>
                </a:solidFill>
                <a:latin typeface="Arial"/>
                <a:ea typeface="Arial"/>
                <a:cs typeface="Arial"/>
              </a:defRPr>
            </a:lvl5pPr>
            <a:lvl6pPr>
              <a:defRPr sz="1950" b="1">
                <a:solidFill>
                  <a:srgbClr val="0F766E"/>
                </a:solidFill>
                <a:latin typeface="Arial"/>
                <a:ea typeface="Arial"/>
                <a:cs typeface="Arial"/>
              </a:defRPr>
            </a:lvl6pPr>
            <a:lvl7pPr>
              <a:defRPr sz="1950" b="1">
                <a:solidFill>
                  <a:srgbClr val="0F766E"/>
                </a:solidFill>
                <a:latin typeface="Arial"/>
                <a:ea typeface="Arial"/>
                <a:cs typeface="Arial"/>
              </a:defRPr>
            </a:lvl7pPr>
            <a:lvl8pPr>
              <a:defRPr sz="1950" b="1">
                <a:solidFill>
                  <a:srgbClr val="0F766E"/>
                </a:solidFill>
                <a:latin typeface="Arial"/>
                <a:ea typeface="Arial"/>
                <a:cs typeface="Arial"/>
              </a:defRPr>
            </a:lvl8pPr>
            <a:lvl9pPr>
              <a:defRPr sz="1950" b="1">
                <a:solidFill>
                  <a:srgbClr val="0F766E"/>
                </a:solidFill>
                <a:latin typeface="Arial"/>
                <a:ea typeface="Arial"/>
                <a:cs typeface="Arial"/>
              </a:defRPr>
            </a:lvl9pPr>
          </a:lstStyle>
          <a:p xmlns:a="http://schemas.openxmlformats.org/drawingml/2006/main">
            <a:pPr>
              <a:defRPr sz="1950" b="1">
                <a:solidFill>
                  <a:srgbClr val="0F766E"/>
                </a:solidFill>
                <a:latin typeface="Arial"/>
                <a:ea typeface="Arial"/>
                <a:cs typeface="Arial"/>
              </a:defRPr>
            </a:pPr>
            <a:r>
              <a:rPr sz="1950" b="1">
                <a:solidFill>
                  <a:srgbClr val="0F766E"/>
                </a:solidFill>
                <a:latin typeface="Arial"/>
                <a:ea typeface="Arial"/>
                <a:cs typeface="Arial"/>
              </a:rPr>
              <a:t>CHỨC NĂNG</a:t>
            </a:r>
          </a:p>
        </p:txBody>
      </p:sp>
      <p:sp>
        <p:nvSpPr>
          <p:cNvPr id="4" name="">
            <a:extLst xmlns:a="http://schemas.openxmlformats.org/drawingml/2006/main">
              <a:ext uri="{FF2B5EF4-FFF2-40B4-BE49-F238E27FC236}">
                <a16:creationId xmlns:a16="http://schemas.microsoft.com/office/drawing/2014/main" id="{124CF4F4-1F2E-4432-9A81-978E41D824ED}"/>
              </a:ext>
            </a:extLst>
          </p:cNvPr>
          <p:cNvSpPr>
            <a:spLocks xmlns:a="http://schemas.openxmlformats.org/drawingml/2006/main" noGrp="1"/>
          </p:cNvSpPr>
          <p:nvPr/>
        </p:nvSpPr>
        <p:spPr>
          <a:xfrm xmlns:a="http://schemas.openxmlformats.org/drawingml/2006/main">
            <a:off x="6381750" y="18097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F766E"/>
                </a:solidFill>
                <a:latin typeface="Arial"/>
                <a:ea typeface="Arial"/>
                <a:cs typeface="Arial"/>
              </a:defRPr>
            </a:defPPr>
            <a:lvl1pPr>
              <a:defRPr sz="1950" b="1">
                <a:solidFill>
                  <a:srgbClr val="0F766E"/>
                </a:solidFill>
                <a:latin typeface="Arial"/>
                <a:ea typeface="Arial"/>
                <a:cs typeface="Arial"/>
              </a:defRPr>
            </a:lvl1pPr>
            <a:lvl2pPr>
              <a:defRPr sz="1950" b="1">
                <a:solidFill>
                  <a:srgbClr val="0F766E"/>
                </a:solidFill>
                <a:latin typeface="Arial"/>
                <a:ea typeface="Arial"/>
                <a:cs typeface="Arial"/>
              </a:defRPr>
            </a:lvl2pPr>
            <a:lvl3pPr>
              <a:defRPr sz="1950" b="1">
                <a:solidFill>
                  <a:srgbClr val="0F766E"/>
                </a:solidFill>
                <a:latin typeface="Arial"/>
                <a:ea typeface="Arial"/>
                <a:cs typeface="Arial"/>
              </a:defRPr>
            </a:lvl3pPr>
            <a:lvl4pPr>
              <a:defRPr sz="1950" b="1">
                <a:solidFill>
                  <a:srgbClr val="0F766E"/>
                </a:solidFill>
                <a:latin typeface="Arial"/>
                <a:ea typeface="Arial"/>
                <a:cs typeface="Arial"/>
              </a:defRPr>
            </a:lvl4pPr>
            <a:lvl5pPr>
              <a:defRPr sz="1950" b="1">
                <a:solidFill>
                  <a:srgbClr val="0F766E"/>
                </a:solidFill>
                <a:latin typeface="Arial"/>
                <a:ea typeface="Arial"/>
                <a:cs typeface="Arial"/>
              </a:defRPr>
            </a:lvl5pPr>
            <a:lvl6pPr>
              <a:defRPr sz="1950" b="1">
                <a:solidFill>
                  <a:srgbClr val="0F766E"/>
                </a:solidFill>
                <a:latin typeface="Arial"/>
                <a:ea typeface="Arial"/>
                <a:cs typeface="Arial"/>
              </a:defRPr>
            </a:lvl6pPr>
            <a:lvl7pPr>
              <a:defRPr sz="1950" b="1">
                <a:solidFill>
                  <a:srgbClr val="0F766E"/>
                </a:solidFill>
                <a:latin typeface="Arial"/>
                <a:ea typeface="Arial"/>
                <a:cs typeface="Arial"/>
              </a:defRPr>
            </a:lvl7pPr>
            <a:lvl8pPr>
              <a:defRPr sz="1950" b="1">
                <a:solidFill>
                  <a:srgbClr val="0F766E"/>
                </a:solidFill>
                <a:latin typeface="Arial"/>
                <a:ea typeface="Arial"/>
                <a:cs typeface="Arial"/>
              </a:defRPr>
            </a:lvl8pPr>
            <a:lvl9pPr>
              <a:defRPr sz="1950" b="1">
                <a:solidFill>
                  <a:srgbClr val="0F766E"/>
                </a:solidFill>
                <a:latin typeface="Arial"/>
                <a:ea typeface="Arial"/>
                <a:cs typeface="Arial"/>
              </a:defRPr>
            </a:lvl9pPr>
          </a:lstStyle>
          <a:p xmlns:a="http://schemas.openxmlformats.org/drawingml/2006/main">
            <a:pPr>
              <a:defRPr sz="1950" b="1">
                <a:solidFill>
                  <a:srgbClr val="0F766E"/>
                </a:solidFill>
                <a:latin typeface="Arial"/>
                <a:ea typeface="Arial"/>
                <a:cs typeface="Arial"/>
              </a:defRPr>
            </a:pPr>
            <a:r>
              <a:rPr sz="1950" b="1">
                <a:solidFill>
                  <a:srgbClr val="0F766E"/>
                </a:solidFill>
                <a:latin typeface="Arial"/>
                <a:ea typeface="Arial"/>
                <a:cs typeface="Arial"/>
              </a:rPr>
              <a:t>PHI CHỨC NĂNG</a:t>
            </a:r>
          </a:p>
        </p:txBody>
      </p:sp>
      <p:sp>
        <p:nvSpPr>
          <p:cNvPr id="5" name="">
            <a:extLst xmlns:a="http://schemas.openxmlformats.org/drawingml/2006/main">
              <a:ext uri="{FF2B5EF4-FFF2-40B4-BE49-F238E27FC236}">
                <a16:creationId xmlns:a16="http://schemas.microsoft.com/office/drawing/2014/main" id="{74BE66CF-346D-4783-A55B-9497553BCF1F}"/>
              </a:ext>
            </a:extLst>
          </p:cNvPr>
          <p:cNvSpPr>
            <a:spLocks xmlns:a="http://schemas.openxmlformats.org/drawingml/2006/main" noGrp="1"/>
          </p:cNvSpPr>
          <p:nvPr/>
        </p:nvSpPr>
        <p:spPr>
          <a:xfrm xmlns:a="http://schemas.openxmlformats.org/drawingml/2006/main">
            <a:off x="666750" y="2619375"/>
            <a:ext cx="5048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6324F"/>
                </a:solidFill>
                <a:latin typeface="Arial"/>
                <a:ea typeface="Arial"/>
                <a:cs typeface="Arial"/>
              </a:defRPr>
            </a:defPPr>
            <a:lvl1pPr>
              <a:defRPr sz="2250" b="0">
                <a:solidFill>
                  <a:srgbClr val="16324F"/>
                </a:solidFill>
                <a:latin typeface="Arial"/>
                <a:ea typeface="Arial"/>
                <a:cs typeface="Arial"/>
              </a:defRPr>
            </a:lvl1pPr>
            <a:lvl2pPr>
              <a:defRPr sz="2250" b="0">
                <a:solidFill>
                  <a:srgbClr val="16324F"/>
                </a:solidFill>
                <a:latin typeface="Arial"/>
                <a:ea typeface="Arial"/>
                <a:cs typeface="Arial"/>
              </a:defRPr>
            </a:lvl2pPr>
            <a:lvl3pPr>
              <a:defRPr sz="2250" b="0">
                <a:solidFill>
                  <a:srgbClr val="16324F"/>
                </a:solidFill>
                <a:latin typeface="Arial"/>
                <a:ea typeface="Arial"/>
                <a:cs typeface="Arial"/>
              </a:defRPr>
            </a:lvl3pPr>
            <a:lvl4pPr>
              <a:defRPr sz="2250" b="0">
                <a:solidFill>
                  <a:srgbClr val="16324F"/>
                </a:solidFill>
                <a:latin typeface="Arial"/>
                <a:ea typeface="Arial"/>
                <a:cs typeface="Arial"/>
              </a:defRPr>
            </a:lvl4pPr>
            <a:lvl5pPr>
              <a:defRPr sz="2250" b="0">
                <a:solidFill>
                  <a:srgbClr val="16324F"/>
                </a:solidFill>
                <a:latin typeface="Arial"/>
                <a:ea typeface="Arial"/>
                <a:cs typeface="Arial"/>
              </a:defRPr>
            </a:lvl5pPr>
            <a:lvl6pPr>
              <a:defRPr sz="2250" b="0">
                <a:solidFill>
                  <a:srgbClr val="16324F"/>
                </a:solidFill>
                <a:latin typeface="Arial"/>
                <a:ea typeface="Arial"/>
                <a:cs typeface="Arial"/>
              </a:defRPr>
            </a:lvl6pPr>
            <a:lvl7pPr>
              <a:defRPr sz="2250" b="0">
                <a:solidFill>
                  <a:srgbClr val="16324F"/>
                </a:solidFill>
                <a:latin typeface="Arial"/>
                <a:ea typeface="Arial"/>
                <a:cs typeface="Arial"/>
              </a:defRPr>
            </a:lvl7pPr>
            <a:lvl8pPr>
              <a:defRPr sz="2250" b="0">
                <a:solidFill>
                  <a:srgbClr val="16324F"/>
                </a:solidFill>
                <a:latin typeface="Arial"/>
                <a:ea typeface="Arial"/>
                <a:cs typeface="Arial"/>
              </a:defRPr>
            </a:lvl8pPr>
            <a:lvl9pPr>
              <a:defRPr sz="2250" b="0">
                <a:solidFill>
                  <a:srgbClr val="16324F"/>
                </a:solidFill>
                <a:latin typeface="Arial"/>
                <a:ea typeface="Arial"/>
                <a:cs typeface="Arial"/>
              </a:defRPr>
            </a:lvl9pPr>
          </a:lstStyle>
          <a:p xmlns:a="http://schemas.openxmlformats.org/drawingml/2006/main">
            <a:pPr>
              <a:defRPr sz="2250" b="0">
                <a:solidFill>
                  <a:srgbClr val="16324F"/>
                </a:solidFill>
                <a:latin typeface="Arial"/>
                <a:ea typeface="Arial"/>
                <a:cs typeface="Arial"/>
              </a:defRPr>
            </a:pPr>
            <a:r>
              <a:rPr sz="2250" b="0">
                <a:solidFill>
                  <a:srgbClr val="16324F"/>
                </a:solidFill>
                <a:latin typeface="Arial"/>
                <a:ea typeface="Arial"/>
                <a:cs typeface="Arial"/>
              </a:rPr>
              <a:t>Tiếp nhận và tìm bệnh nhân</a:t>
            </a:r>
          </a:p>
          <a:p xmlns:a="http://schemas.openxmlformats.org/drawingml/2006/main">
            <a:pPr>
              <a:defRPr sz="2250" b="0">
                <a:solidFill>
                  <a:srgbClr val="16324F"/>
                </a:solidFill>
                <a:latin typeface="Arial"/>
                <a:ea typeface="Arial"/>
                <a:cs typeface="Arial"/>
              </a:defRPr>
            </a:pPr>
            <a:r>
              <a:rPr sz="2250" b="0">
                <a:solidFill>
                  <a:srgbClr val="16324F"/>
                </a:solidFill>
                <a:latin typeface="Arial"/>
                <a:ea typeface="Arial"/>
                <a:cs typeface="Arial"/>
              </a:rPr>
              <a:t>Ghi nhận từng lượt khám</a:t>
            </a:r>
          </a:p>
          <a:p xmlns:a="http://schemas.openxmlformats.org/drawingml/2006/main">
            <a:pPr>
              <a:defRPr sz="2250" b="0">
                <a:solidFill>
                  <a:srgbClr val="16324F"/>
                </a:solidFill>
                <a:latin typeface="Arial"/>
                <a:ea typeface="Arial"/>
                <a:cs typeface="Arial"/>
              </a:defRPr>
            </a:pPr>
            <a:r>
              <a:rPr sz="2250" b="0">
                <a:solidFill>
                  <a:srgbClr val="16324F"/>
                </a:solidFill>
                <a:latin typeface="Arial"/>
                <a:ea typeface="Arial"/>
                <a:cs typeface="Arial"/>
              </a:rPr>
              <a:t>Duyệt và tra cứu bệnh án</a:t>
            </a:r>
          </a:p>
        </p:txBody>
      </p:sp>
      <p:sp>
        <p:nvSpPr>
          <p:cNvPr id="6" name="">
            <a:extLst xmlns:a="http://schemas.openxmlformats.org/drawingml/2006/main">
              <a:ext uri="{FF2B5EF4-FFF2-40B4-BE49-F238E27FC236}">
                <a16:creationId xmlns:a16="http://schemas.microsoft.com/office/drawing/2014/main" id="{17C31B36-6B2E-419D-B5B4-DEBC51121F29}"/>
              </a:ext>
            </a:extLst>
          </p:cNvPr>
          <p:cNvSpPr>
            <a:spLocks xmlns:a="http://schemas.openxmlformats.org/drawingml/2006/main" noGrp="1"/>
          </p:cNvSpPr>
          <p:nvPr/>
        </p:nvSpPr>
        <p:spPr>
          <a:xfrm xmlns:a="http://schemas.openxmlformats.org/drawingml/2006/main">
            <a:off x="6381750" y="2619375"/>
            <a:ext cx="5048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6324F"/>
                </a:solidFill>
                <a:latin typeface="Arial"/>
                <a:ea typeface="Arial"/>
                <a:cs typeface="Arial"/>
              </a:defRPr>
            </a:defPPr>
            <a:lvl1pPr>
              <a:defRPr sz="2250" b="0">
                <a:solidFill>
                  <a:srgbClr val="16324F"/>
                </a:solidFill>
                <a:latin typeface="Arial"/>
                <a:ea typeface="Arial"/>
                <a:cs typeface="Arial"/>
              </a:defRPr>
            </a:lvl1pPr>
            <a:lvl2pPr>
              <a:defRPr sz="2250" b="0">
                <a:solidFill>
                  <a:srgbClr val="16324F"/>
                </a:solidFill>
                <a:latin typeface="Arial"/>
                <a:ea typeface="Arial"/>
                <a:cs typeface="Arial"/>
              </a:defRPr>
            </a:lvl2pPr>
            <a:lvl3pPr>
              <a:defRPr sz="2250" b="0">
                <a:solidFill>
                  <a:srgbClr val="16324F"/>
                </a:solidFill>
                <a:latin typeface="Arial"/>
                <a:ea typeface="Arial"/>
                <a:cs typeface="Arial"/>
              </a:defRPr>
            </a:lvl3pPr>
            <a:lvl4pPr>
              <a:defRPr sz="2250" b="0">
                <a:solidFill>
                  <a:srgbClr val="16324F"/>
                </a:solidFill>
                <a:latin typeface="Arial"/>
                <a:ea typeface="Arial"/>
                <a:cs typeface="Arial"/>
              </a:defRPr>
            </a:lvl4pPr>
            <a:lvl5pPr>
              <a:defRPr sz="2250" b="0">
                <a:solidFill>
                  <a:srgbClr val="16324F"/>
                </a:solidFill>
                <a:latin typeface="Arial"/>
                <a:ea typeface="Arial"/>
                <a:cs typeface="Arial"/>
              </a:defRPr>
            </a:lvl5pPr>
            <a:lvl6pPr>
              <a:defRPr sz="2250" b="0">
                <a:solidFill>
                  <a:srgbClr val="16324F"/>
                </a:solidFill>
                <a:latin typeface="Arial"/>
                <a:ea typeface="Arial"/>
                <a:cs typeface="Arial"/>
              </a:defRPr>
            </a:lvl6pPr>
            <a:lvl7pPr>
              <a:defRPr sz="2250" b="0">
                <a:solidFill>
                  <a:srgbClr val="16324F"/>
                </a:solidFill>
                <a:latin typeface="Arial"/>
                <a:ea typeface="Arial"/>
                <a:cs typeface="Arial"/>
              </a:defRPr>
            </a:lvl7pPr>
            <a:lvl8pPr>
              <a:defRPr sz="2250" b="0">
                <a:solidFill>
                  <a:srgbClr val="16324F"/>
                </a:solidFill>
                <a:latin typeface="Arial"/>
                <a:ea typeface="Arial"/>
                <a:cs typeface="Arial"/>
              </a:defRPr>
            </a:lvl8pPr>
            <a:lvl9pPr>
              <a:defRPr sz="2250" b="0">
                <a:solidFill>
                  <a:srgbClr val="16324F"/>
                </a:solidFill>
                <a:latin typeface="Arial"/>
                <a:ea typeface="Arial"/>
                <a:cs typeface="Arial"/>
              </a:defRPr>
            </a:lvl9pPr>
          </a:lstStyle>
          <a:p xmlns:a="http://schemas.openxmlformats.org/drawingml/2006/main">
            <a:pPr>
              <a:defRPr sz="2250" b="0">
                <a:solidFill>
                  <a:srgbClr val="16324F"/>
                </a:solidFill>
                <a:latin typeface="Arial"/>
                <a:ea typeface="Arial"/>
                <a:cs typeface="Arial"/>
              </a:defRPr>
            </a:pPr>
            <a:r>
              <a:rPr sz="2250" b="0">
                <a:solidFill>
                  <a:srgbClr val="16324F"/>
                </a:solidFill>
                <a:latin typeface="Arial"/>
                <a:ea typeface="Arial"/>
                <a:cs typeface="Arial"/>
              </a:rPr>
              <a:t>Phân quyền theo vai trò</a:t>
            </a:r>
          </a:p>
          <a:p xmlns:a="http://schemas.openxmlformats.org/drawingml/2006/main">
            <a:pPr>
              <a:defRPr sz="2250" b="0">
                <a:solidFill>
                  <a:srgbClr val="16324F"/>
                </a:solidFill>
                <a:latin typeface="Arial"/>
                <a:ea typeface="Arial"/>
                <a:cs typeface="Arial"/>
              </a:defRPr>
            </a:pPr>
            <a:r>
              <a:rPr sz="2250" b="0">
                <a:solidFill>
                  <a:srgbClr val="16324F"/>
                </a:solidFill>
                <a:latin typeface="Arial"/>
                <a:ea typeface="Arial"/>
                <a:cs typeface="Arial"/>
              </a:rPr>
              <a:t>Mã hóa và nhật ký truy cập</a:t>
            </a:r>
          </a:p>
          <a:p xmlns:a="http://schemas.openxmlformats.org/drawingml/2006/main">
            <a:pPr>
              <a:defRPr sz="2250" b="0">
                <a:solidFill>
                  <a:srgbClr val="16324F"/>
                </a:solidFill>
                <a:latin typeface="Arial"/>
                <a:ea typeface="Arial"/>
                <a:cs typeface="Arial"/>
              </a:defRPr>
            </a:pPr>
            <a:r>
              <a:rPr sz="2250" b="0">
                <a:solidFill>
                  <a:srgbClr val="16324F"/>
                </a:solidFill>
                <a:latin typeface="Arial"/>
                <a:ea typeface="Arial"/>
                <a:cs typeface="Arial"/>
              </a:rPr>
              <a:t>Sao lưu và khôi phục</a:t>
            </a:r>
          </a:p>
        </p:txBody>
      </p:sp>
      <p:sp>
        <p:nvSpPr>
          <p:cNvPr id="7" name="">
            <a:extLst xmlns:a="http://schemas.openxmlformats.org/drawingml/2006/main">
              <a:ext uri="{FF2B5EF4-FFF2-40B4-BE49-F238E27FC236}">
                <a16:creationId xmlns:a16="http://schemas.microsoft.com/office/drawing/2014/main" id="{3AFF7E57-05CC-41DA-9C17-E953C4C35E1B}"/>
              </a:ext>
            </a:extLst>
          </p:cNvPr>
          <p:cNvSpPr>
            <a:spLocks xmlns:a="http://schemas.openxmlformats.org/drawingml/2006/main" noGrp="1"/>
          </p:cNvSpPr>
          <p:nvPr/>
        </p:nvSpPr>
        <p:spPr>
          <a:xfrm xmlns:a="http://schemas.openxmlformats.org/drawingml/2006/main">
            <a:off x="666750" y="5457825"/>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6324F"/>
                </a:solidFill>
                <a:latin typeface="Arial"/>
                <a:ea typeface="Arial"/>
                <a:cs typeface="Arial"/>
              </a:defRPr>
            </a:defPPr>
            <a:lvl1pPr>
              <a:defRPr sz="1950" b="0">
                <a:solidFill>
                  <a:srgbClr val="16324F"/>
                </a:solidFill>
                <a:latin typeface="Arial"/>
                <a:ea typeface="Arial"/>
                <a:cs typeface="Arial"/>
              </a:defRPr>
            </a:lvl1pPr>
            <a:lvl2pPr>
              <a:defRPr sz="1950" b="0">
                <a:solidFill>
                  <a:srgbClr val="16324F"/>
                </a:solidFill>
                <a:latin typeface="Arial"/>
                <a:ea typeface="Arial"/>
                <a:cs typeface="Arial"/>
              </a:defRPr>
            </a:lvl2pPr>
            <a:lvl3pPr>
              <a:defRPr sz="1950" b="0">
                <a:solidFill>
                  <a:srgbClr val="16324F"/>
                </a:solidFill>
                <a:latin typeface="Arial"/>
                <a:ea typeface="Arial"/>
                <a:cs typeface="Arial"/>
              </a:defRPr>
            </a:lvl3pPr>
            <a:lvl4pPr>
              <a:defRPr sz="1950" b="0">
                <a:solidFill>
                  <a:srgbClr val="16324F"/>
                </a:solidFill>
                <a:latin typeface="Arial"/>
                <a:ea typeface="Arial"/>
                <a:cs typeface="Arial"/>
              </a:defRPr>
            </a:lvl4pPr>
            <a:lvl5pPr>
              <a:defRPr sz="1950" b="0">
                <a:solidFill>
                  <a:srgbClr val="16324F"/>
                </a:solidFill>
                <a:latin typeface="Arial"/>
                <a:ea typeface="Arial"/>
                <a:cs typeface="Arial"/>
              </a:defRPr>
            </a:lvl5pPr>
            <a:lvl6pPr>
              <a:defRPr sz="1950" b="0">
                <a:solidFill>
                  <a:srgbClr val="16324F"/>
                </a:solidFill>
                <a:latin typeface="Arial"/>
                <a:ea typeface="Arial"/>
                <a:cs typeface="Arial"/>
              </a:defRPr>
            </a:lvl6pPr>
            <a:lvl7pPr>
              <a:defRPr sz="1950" b="0">
                <a:solidFill>
                  <a:srgbClr val="16324F"/>
                </a:solidFill>
                <a:latin typeface="Arial"/>
                <a:ea typeface="Arial"/>
                <a:cs typeface="Arial"/>
              </a:defRPr>
            </a:lvl7pPr>
            <a:lvl8pPr>
              <a:defRPr sz="1950" b="0">
                <a:solidFill>
                  <a:srgbClr val="16324F"/>
                </a:solidFill>
                <a:latin typeface="Arial"/>
                <a:ea typeface="Arial"/>
                <a:cs typeface="Arial"/>
              </a:defRPr>
            </a:lvl8pPr>
            <a:lvl9pPr>
              <a:defRPr sz="1950" b="0">
                <a:solidFill>
                  <a:srgbClr val="16324F"/>
                </a:solidFill>
                <a:latin typeface="Arial"/>
                <a:ea typeface="Arial"/>
                <a:cs typeface="Arial"/>
              </a:defRPr>
            </a:lvl9pPr>
          </a:lstStyle>
          <a:p xmlns:a="http://schemas.openxmlformats.org/drawingml/2006/main">
            <a:pPr>
              <a:defRPr sz="1950" b="0">
                <a:solidFill>
                  <a:srgbClr val="16324F"/>
                </a:solidFill>
                <a:latin typeface="Arial"/>
                <a:ea typeface="Arial"/>
                <a:cs typeface="Arial"/>
              </a:defRPr>
            </a:pPr>
            <a:r>
              <a:rPr sz="1950" b="0">
                <a:solidFill>
                  <a:srgbClr val="16324F"/>
                </a:solidFill>
                <a:latin typeface="Arial"/>
                <a:ea typeface="Arial"/>
                <a:cs typeface="Arial"/>
              </a:rPr>
              <a:t>Mỗi yêu cầu cần có tiêu chí kiểm thử trước khi nghiệm thu</a:t>
            </a:r>
          </a:p>
        </p:txBody>
      </p:sp>
    </p:spTree>
    <p:extLst>
      <p:ext uri="{BB962C8B-B14F-4D97-AF65-F5344CB8AC3E}">
        <p14:creationId xmlns:p14="http://schemas.microsoft.com/office/powerpoint/2010/main" val="18382517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6C330C-F480-49FB-9893-EC9266111E3A}"/>
              </a:ext>
            </a:extLst>
          </p:cNvPr>
          <p:cNvSpPr>
            <a:spLocks xmlns:a="http://schemas.openxmlformats.org/drawingml/2006/main" noGrp="1"/>
          </p:cNvSpPr>
          <p:nvPr/>
        </p:nvSpPr>
        <p:spPr>
          <a:xfrm xmlns:a="http://schemas.openxmlformats.org/drawingml/2006/main">
            <a:off x="666750" y="523875"/>
            <a:ext cx="10763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AutoFilter trên dữ liệu có ô trống</a:t>
            </a:r>
          </a:p>
        </p:txBody>
      </p:sp>
      <p:sp>
        <p:nvSpPr>
          <p:cNvPr id="2" name="">
            <a:extLst xmlns:a="http://schemas.openxmlformats.org/drawingml/2006/main">
              <a:ext uri="{FF2B5EF4-FFF2-40B4-BE49-F238E27FC236}">
                <a16:creationId xmlns:a16="http://schemas.microsoft.com/office/drawing/2014/main" id="{EE37521C-5A3A-4BB8-A163-2FAA715C5F22}"/>
              </a:ext>
            </a:extLst>
          </p:cNvPr>
          <p:cNvSpPr>
            <a:spLocks xmlns:a="http://schemas.openxmlformats.org/drawingml/2006/main" noGrp="1"/>
          </p:cNvSpPr>
          <p:nvPr/>
        </p:nvSpPr>
        <p:spPr>
          <a:xfrm xmlns:a="http://schemas.openxmlformats.org/drawingml/2006/main">
            <a:off x="666750" y="631507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4748B"/>
                </a:solidFill>
                <a:latin typeface="Arial"/>
                <a:ea typeface="Arial"/>
                <a:cs typeface="Arial"/>
              </a:defRPr>
            </a:defPPr>
            <a:lvl1pPr>
              <a:defRPr sz="1275" b="0">
                <a:solidFill>
                  <a:srgbClr val="64748B"/>
                </a:solidFill>
                <a:latin typeface="Arial"/>
                <a:ea typeface="Arial"/>
                <a:cs typeface="Arial"/>
              </a:defRPr>
            </a:lvl1pPr>
            <a:lvl2pPr>
              <a:defRPr sz="1275" b="0">
                <a:solidFill>
                  <a:srgbClr val="64748B"/>
                </a:solidFill>
                <a:latin typeface="Arial"/>
                <a:ea typeface="Arial"/>
                <a:cs typeface="Arial"/>
              </a:defRPr>
            </a:lvl2pPr>
            <a:lvl3pPr>
              <a:defRPr sz="1275" b="0">
                <a:solidFill>
                  <a:srgbClr val="64748B"/>
                </a:solidFill>
                <a:latin typeface="Arial"/>
                <a:ea typeface="Arial"/>
                <a:cs typeface="Arial"/>
              </a:defRPr>
            </a:lvl3pPr>
            <a:lvl4pPr>
              <a:defRPr sz="1275" b="0">
                <a:solidFill>
                  <a:srgbClr val="64748B"/>
                </a:solidFill>
                <a:latin typeface="Arial"/>
                <a:ea typeface="Arial"/>
                <a:cs typeface="Arial"/>
              </a:defRPr>
            </a:lvl4pPr>
            <a:lvl5pPr>
              <a:defRPr sz="1275" b="0">
                <a:solidFill>
                  <a:srgbClr val="64748B"/>
                </a:solidFill>
                <a:latin typeface="Arial"/>
                <a:ea typeface="Arial"/>
                <a:cs typeface="Arial"/>
              </a:defRPr>
            </a:lvl5pPr>
            <a:lvl6pPr>
              <a:defRPr sz="1275" b="0">
                <a:solidFill>
                  <a:srgbClr val="64748B"/>
                </a:solidFill>
                <a:latin typeface="Arial"/>
                <a:ea typeface="Arial"/>
                <a:cs typeface="Arial"/>
              </a:defRPr>
            </a:lvl6pPr>
            <a:lvl7pPr>
              <a:defRPr sz="1275" b="0">
                <a:solidFill>
                  <a:srgbClr val="64748B"/>
                </a:solidFill>
                <a:latin typeface="Arial"/>
                <a:ea typeface="Arial"/>
                <a:cs typeface="Arial"/>
              </a:defRPr>
            </a:lvl7pPr>
            <a:lvl8pPr>
              <a:defRPr sz="1275" b="0">
                <a:solidFill>
                  <a:srgbClr val="64748B"/>
                </a:solidFill>
                <a:latin typeface="Arial"/>
                <a:ea typeface="Arial"/>
                <a:cs typeface="Arial"/>
              </a:defRPr>
            </a:lvl8pPr>
            <a:lvl9pPr>
              <a:defRPr sz="1275" b="0">
                <a:solidFill>
                  <a:srgbClr val="64748B"/>
                </a:solidFill>
                <a:latin typeface="Arial"/>
                <a:ea typeface="Arial"/>
                <a:cs typeface="Arial"/>
              </a:defRPr>
            </a:lvl9pPr>
          </a:lstStyle>
          <a:p xmlns:a="http://schemas.openxmlformats.org/drawingml/2006/main">
            <a:pPr>
              <a:defRPr sz="1275" b="0">
                <a:solidFill>
                  <a:srgbClr val="64748B"/>
                </a:solidFill>
                <a:latin typeface="Arial"/>
                <a:ea typeface="Arial"/>
                <a:cs typeface="Arial"/>
              </a:defRPr>
            </a:pPr>
            <a:r>
              <a:rPr sz="1275" b="0">
                <a:solidFill>
                  <a:srgbClr val="64748B"/>
                </a:solidFill>
                <a:latin typeface="Arial"/>
                <a:ea typeface="Arial"/>
                <a:cs typeface="Arial"/>
              </a:rPr>
              <a:t>Clinic Cloud   03</a:t>
            </a:r>
          </a:p>
        </p:txBody>
      </p:sp>
      <p:sp>
        <p:nvSpPr>
          <p:cNvPr id="3" name="">
            <a:extLst xmlns:a="http://schemas.openxmlformats.org/drawingml/2006/main">
              <a:ext uri="{FF2B5EF4-FFF2-40B4-BE49-F238E27FC236}">
                <a16:creationId xmlns:a16="http://schemas.microsoft.com/office/drawing/2014/main" id="{5134616D-470A-4007-B0F2-E7EF2EF98751}"/>
              </a:ext>
            </a:extLst>
          </p:cNvPr>
          <p:cNvSpPr>
            <a:spLocks xmlns:a="http://schemas.openxmlformats.org/drawingml/2006/main" noGrp="1"/>
          </p:cNvSpPr>
          <p:nvPr/>
        </p:nvSpPr>
        <p:spPr>
          <a:xfrm xmlns:a="http://schemas.openxmlformats.org/drawingml/2006/main">
            <a:off x="666750" y="18097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400" b="1">
                <a:solidFill>
                  <a:srgbClr val="0F766E"/>
                </a:solidFill>
                <a:latin typeface="Arial"/>
                <a:ea typeface="Arial"/>
                <a:cs typeface="Arial"/>
              </a:defRPr>
            </a:defPPr>
            <a:lvl1pPr>
              <a:defRPr sz="5400" b="1">
                <a:solidFill>
                  <a:srgbClr val="0F766E"/>
                </a:solidFill>
                <a:latin typeface="Arial"/>
                <a:ea typeface="Arial"/>
                <a:cs typeface="Arial"/>
              </a:defRPr>
            </a:lvl1pPr>
            <a:lvl2pPr>
              <a:defRPr sz="5400" b="1">
                <a:solidFill>
                  <a:srgbClr val="0F766E"/>
                </a:solidFill>
                <a:latin typeface="Arial"/>
                <a:ea typeface="Arial"/>
                <a:cs typeface="Arial"/>
              </a:defRPr>
            </a:lvl2pPr>
            <a:lvl3pPr>
              <a:defRPr sz="5400" b="1">
                <a:solidFill>
                  <a:srgbClr val="0F766E"/>
                </a:solidFill>
                <a:latin typeface="Arial"/>
                <a:ea typeface="Arial"/>
                <a:cs typeface="Arial"/>
              </a:defRPr>
            </a:lvl3pPr>
            <a:lvl4pPr>
              <a:defRPr sz="5400" b="1">
                <a:solidFill>
                  <a:srgbClr val="0F766E"/>
                </a:solidFill>
                <a:latin typeface="Arial"/>
                <a:ea typeface="Arial"/>
                <a:cs typeface="Arial"/>
              </a:defRPr>
            </a:lvl4pPr>
            <a:lvl5pPr>
              <a:defRPr sz="5400" b="1">
                <a:solidFill>
                  <a:srgbClr val="0F766E"/>
                </a:solidFill>
                <a:latin typeface="Arial"/>
                <a:ea typeface="Arial"/>
                <a:cs typeface="Arial"/>
              </a:defRPr>
            </a:lvl5pPr>
            <a:lvl6pPr>
              <a:defRPr sz="5400" b="1">
                <a:solidFill>
                  <a:srgbClr val="0F766E"/>
                </a:solidFill>
                <a:latin typeface="Arial"/>
                <a:ea typeface="Arial"/>
                <a:cs typeface="Arial"/>
              </a:defRPr>
            </a:lvl6pPr>
            <a:lvl7pPr>
              <a:defRPr sz="5400" b="1">
                <a:solidFill>
                  <a:srgbClr val="0F766E"/>
                </a:solidFill>
                <a:latin typeface="Arial"/>
                <a:ea typeface="Arial"/>
                <a:cs typeface="Arial"/>
              </a:defRPr>
            </a:lvl7pPr>
            <a:lvl8pPr>
              <a:defRPr sz="5400" b="1">
                <a:solidFill>
                  <a:srgbClr val="0F766E"/>
                </a:solidFill>
                <a:latin typeface="Arial"/>
                <a:ea typeface="Arial"/>
                <a:cs typeface="Arial"/>
              </a:defRPr>
            </a:lvl8pPr>
            <a:lvl9pPr>
              <a:defRPr sz="5400" b="1">
                <a:solidFill>
                  <a:srgbClr val="0F766E"/>
                </a:solidFill>
                <a:latin typeface="Arial"/>
                <a:ea typeface="Arial"/>
                <a:cs typeface="Arial"/>
              </a:defRPr>
            </a:lvl9pPr>
          </a:lstStyle>
          <a:p xmlns:a="http://schemas.openxmlformats.org/drawingml/2006/main">
            <a:pPr>
              <a:defRPr sz="5400" b="1">
                <a:solidFill>
                  <a:srgbClr val="0F766E"/>
                </a:solidFill>
                <a:latin typeface="Arial"/>
                <a:ea typeface="Arial"/>
                <a:cs typeface="Arial"/>
              </a:defRPr>
            </a:pPr>
            <a:r>
              <a:rPr sz="5400" b="1">
                <a:solidFill>
                  <a:srgbClr val="0F766E"/>
                </a:solidFill>
                <a:latin typeface="Arial"/>
                <a:ea typeface="Arial"/>
                <a:cs typeface="Arial"/>
              </a:rPr>
              <a:t>A1:L1001</a:t>
            </a:r>
          </a:p>
        </p:txBody>
      </p:sp>
      <p:sp>
        <p:nvSpPr>
          <p:cNvPr id="4" name="">
            <a:extLst xmlns:a="http://schemas.openxmlformats.org/drawingml/2006/main">
              <a:ext uri="{FF2B5EF4-FFF2-40B4-BE49-F238E27FC236}">
                <a16:creationId xmlns:a16="http://schemas.microsoft.com/office/drawing/2014/main" id="{0FFE94FD-A29C-4297-AE23-82FAC3F9CFD9}"/>
              </a:ext>
            </a:extLst>
          </p:cNvPr>
          <p:cNvSpPr>
            <a:spLocks xmlns:a="http://schemas.openxmlformats.org/drawingml/2006/main" noGrp="1"/>
          </p:cNvSpPr>
          <p:nvPr/>
        </p:nvSpPr>
        <p:spPr>
          <a:xfrm xmlns:a="http://schemas.openxmlformats.org/drawingml/2006/main">
            <a:off x="666750" y="3095625"/>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16324F"/>
                </a:solidFill>
                <a:latin typeface="Arial"/>
                <a:ea typeface="Arial"/>
                <a:cs typeface="Arial"/>
              </a:defRPr>
            </a:defPPr>
            <a:lvl1pPr>
              <a:defRPr sz="2550" b="0">
                <a:solidFill>
                  <a:srgbClr val="16324F"/>
                </a:solidFill>
                <a:latin typeface="Arial"/>
                <a:ea typeface="Arial"/>
                <a:cs typeface="Arial"/>
              </a:defRPr>
            </a:lvl1pPr>
            <a:lvl2pPr>
              <a:defRPr sz="2550" b="0">
                <a:solidFill>
                  <a:srgbClr val="16324F"/>
                </a:solidFill>
                <a:latin typeface="Arial"/>
                <a:ea typeface="Arial"/>
                <a:cs typeface="Arial"/>
              </a:defRPr>
            </a:lvl2pPr>
            <a:lvl3pPr>
              <a:defRPr sz="2550" b="0">
                <a:solidFill>
                  <a:srgbClr val="16324F"/>
                </a:solidFill>
                <a:latin typeface="Arial"/>
                <a:ea typeface="Arial"/>
                <a:cs typeface="Arial"/>
              </a:defRPr>
            </a:lvl3pPr>
            <a:lvl4pPr>
              <a:defRPr sz="2550" b="0">
                <a:solidFill>
                  <a:srgbClr val="16324F"/>
                </a:solidFill>
                <a:latin typeface="Arial"/>
                <a:ea typeface="Arial"/>
                <a:cs typeface="Arial"/>
              </a:defRPr>
            </a:lvl4pPr>
            <a:lvl5pPr>
              <a:defRPr sz="2550" b="0">
                <a:solidFill>
                  <a:srgbClr val="16324F"/>
                </a:solidFill>
                <a:latin typeface="Arial"/>
                <a:ea typeface="Arial"/>
                <a:cs typeface="Arial"/>
              </a:defRPr>
            </a:lvl5pPr>
            <a:lvl6pPr>
              <a:defRPr sz="2550" b="0">
                <a:solidFill>
                  <a:srgbClr val="16324F"/>
                </a:solidFill>
                <a:latin typeface="Arial"/>
                <a:ea typeface="Arial"/>
                <a:cs typeface="Arial"/>
              </a:defRPr>
            </a:lvl6pPr>
            <a:lvl7pPr>
              <a:defRPr sz="2550" b="0">
                <a:solidFill>
                  <a:srgbClr val="16324F"/>
                </a:solidFill>
                <a:latin typeface="Arial"/>
                <a:ea typeface="Arial"/>
                <a:cs typeface="Arial"/>
              </a:defRPr>
            </a:lvl7pPr>
            <a:lvl8pPr>
              <a:defRPr sz="2550" b="0">
                <a:solidFill>
                  <a:srgbClr val="16324F"/>
                </a:solidFill>
                <a:latin typeface="Arial"/>
                <a:ea typeface="Arial"/>
                <a:cs typeface="Arial"/>
              </a:defRPr>
            </a:lvl8pPr>
            <a:lvl9pPr>
              <a:defRPr sz="2550" b="0">
                <a:solidFill>
                  <a:srgbClr val="16324F"/>
                </a:solidFill>
                <a:latin typeface="Arial"/>
                <a:ea typeface="Arial"/>
                <a:cs typeface="Arial"/>
              </a:defRPr>
            </a:lvl9pPr>
          </a:lstStyle>
          <a:p xmlns:a="http://schemas.openxmlformats.org/drawingml/2006/main">
            <a:pPr>
              <a:defRPr sz="2550" b="0">
                <a:solidFill>
                  <a:srgbClr val="16324F"/>
                </a:solidFill>
                <a:latin typeface="Arial"/>
                <a:ea typeface="Arial"/>
                <a:cs typeface="Arial"/>
              </a:defRPr>
            </a:pPr>
            <a:r>
              <a:rPr sz="2550" b="0">
                <a:solidFill>
                  <a:srgbClr val="16324F"/>
                </a:solidFill>
                <a:latin typeface="Arial"/>
                <a:ea typeface="Arial"/>
                <a:cs typeface="Arial"/>
              </a:rPr>
              <a:t>Chọn toàn bộ vùng rồi nhấn Ctrl + T</a:t>
            </a:r>
          </a:p>
          <a:p xmlns:a="http://schemas.openxmlformats.org/drawingml/2006/main">
            <a:pPr>
              <a:defRPr sz="2550" b="0">
                <a:solidFill>
                  <a:srgbClr val="16324F"/>
                </a:solidFill>
                <a:latin typeface="Arial"/>
                <a:ea typeface="Arial"/>
                <a:cs typeface="Arial"/>
              </a:defRPr>
            </a:pPr>
            <a:r>
              <a:rPr sz="2550" b="0">
                <a:solidFill>
                  <a:srgbClr val="16324F"/>
                </a:solidFill>
                <a:latin typeface="Arial"/>
                <a:ea typeface="Arial"/>
                <a:cs typeface="Arial"/>
              </a:rPr>
              <a:t>Xác nhận bảng có hàng tiêu đề</a:t>
            </a:r>
          </a:p>
        </p:txBody>
      </p:sp>
      <p:sp>
        <p:nvSpPr>
          <p:cNvPr id="5" name="">
            <a:extLst xmlns:a="http://schemas.openxmlformats.org/drawingml/2006/main">
              <a:ext uri="{FF2B5EF4-FFF2-40B4-BE49-F238E27FC236}">
                <a16:creationId xmlns:a16="http://schemas.microsoft.com/office/drawing/2014/main" id="{2A7E7A38-A967-4ACC-BE7E-3F180AD7E235}"/>
              </a:ext>
            </a:extLst>
          </p:cNvPr>
          <p:cNvSpPr>
            <a:spLocks xmlns:a="http://schemas.openxmlformats.org/drawingml/2006/main" noGrp="1"/>
          </p:cNvSpPr>
          <p:nvPr/>
        </p:nvSpPr>
        <p:spPr>
          <a:xfrm xmlns:a="http://schemas.openxmlformats.org/drawingml/2006/main">
            <a:off x="666750" y="4619625"/>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475569"/>
                </a:solidFill>
                <a:latin typeface="Arial"/>
                <a:ea typeface="Arial"/>
                <a:cs typeface="Arial"/>
              </a:defRPr>
            </a:defPPr>
            <a:lvl1pPr>
              <a:defRPr sz="2100" b="0">
                <a:solidFill>
                  <a:srgbClr val="475569"/>
                </a:solidFill>
                <a:latin typeface="Arial"/>
                <a:ea typeface="Arial"/>
                <a:cs typeface="Arial"/>
              </a:defRPr>
            </a:lvl1pPr>
            <a:lvl2pPr>
              <a:defRPr sz="2100" b="0">
                <a:solidFill>
                  <a:srgbClr val="475569"/>
                </a:solidFill>
                <a:latin typeface="Arial"/>
                <a:ea typeface="Arial"/>
                <a:cs typeface="Arial"/>
              </a:defRPr>
            </a:lvl2pPr>
            <a:lvl3pPr>
              <a:defRPr sz="2100" b="0">
                <a:solidFill>
                  <a:srgbClr val="475569"/>
                </a:solidFill>
                <a:latin typeface="Arial"/>
                <a:ea typeface="Arial"/>
                <a:cs typeface="Arial"/>
              </a:defRPr>
            </a:lvl3pPr>
            <a:lvl4pPr>
              <a:defRPr sz="2100" b="0">
                <a:solidFill>
                  <a:srgbClr val="475569"/>
                </a:solidFill>
                <a:latin typeface="Arial"/>
                <a:ea typeface="Arial"/>
                <a:cs typeface="Arial"/>
              </a:defRPr>
            </a:lvl4pPr>
            <a:lvl5pPr>
              <a:defRPr sz="2100" b="0">
                <a:solidFill>
                  <a:srgbClr val="475569"/>
                </a:solidFill>
                <a:latin typeface="Arial"/>
                <a:ea typeface="Arial"/>
                <a:cs typeface="Arial"/>
              </a:defRPr>
            </a:lvl5pPr>
            <a:lvl6pPr>
              <a:defRPr sz="2100" b="0">
                <a:solidFill>
                  <a:srgbClr val="475569"/>
                </a:solidFill>
                <a:latin typeface="Arial"/>
                <a:ea typeface="Arial"/>
                <a:cs typeface="Arial"/>
              </a:defRPr>
            </a:lvl6pPr>
            <a:lvl7pPr>
              <a:defRPr sz="2100" b="0">
                <a:solidFill>
                  <a:srgbClr val="475569"/>
                </a:solidFill>
                <a:latin typeface="Arial"/>
                <a:ea typeface="Arial"/>
                <a:cs typeface="Arial"/>
              </a:defRPr>
            </a:lvl7pPr>
            <a:lvl8pPr>
              <a:defRPr sz="2100" b="0">
                <a:solidFill>
                  <a:srgbClr val="475569"/>
                </a:solidFill>
                <a:latin typeface="Arial"/>
                <a:ea typeface="Arial"/>
                <a:cs typeface="Arial"/>
              </a:defRPr>
            </a:lvl8pPr>
            <a:lvl9pPr>
              <a:defRPr sz="2100" b="0">
                <a:solidFill>
                  <a:srgbClr val="475569"/>
                </a:solidFill>
                <a:latin typeface="Arial"/>
                <a:ea typeface="Arial"/>
                <a:cs typeface="Arial"/>
              </a:defRPr>
            </a:lvl9pPr>
          </a:lstStyle>
          <a:p xmlns:a="http://schemas.openxmlformats.org/drawingml/2006/main">
            <a:pPr>
              <a:defRPr sz="2100" b="0">
                <a:solidFill>
                  <a:srgbClr val="475569"/>
                </a:solidFill>
                <a:latin typeface="Arial"/>
                <a:ea typeface="Arial"/>
                <a:cs typeface="Arial"/>
              </a:defRPr>
            </a:pPr>
            <a:r>
              <a:rPr sz="2100" b="0">
                <a:solidFill>
                  <a:srgbClr val="475569"/>
                </a:solidFill>
                <a:latin typeface="Arial"/>
                <a:ea typeface="Arial"/>
                <a:cs typeface="Arial"/>
              </a:rPr>
              <a:t>Ô trống riêng lẻ vẫn lọc bình thường.</a:t>
            </a:r>
          </a:p>
          <a:p xmlns:a="http://schemas.openxmlformats.org/drawingml/2006/main">
            <a:pPr>
              <a:defRPr sz="2100" b="0">
                <a:solidFill>
                  <a:srgbClr val="475569"/>
                </a:solidFill>
                <a:latin typeface="Arial"/>
                <a:ea typeface="Arial"/>
                <a:cs typeface="Arial"/>
              </a:defRPr>
            </a:pPr>
            <a:r>
              <a:rPr sz="2100" b="0">
                <a:solidFill>
                  <a:srgbClr val="475569"/>
                </a:solidFill>
                <a:latin typeface="Arial"/>
                <a:ea typeface="Arial"/>
                <a:cs typeface="Arial"/>
              </a:rPr>
              <a:t>Hàng hoặc cột trống hoàn toàn dễ làm Excel tự chọn thiếu vùng.</a:t>
            </a:r>
          </a:p>
        </p:txBody>
      </p:sp>
    </p:spTree>
    <p:extLst>
      <p:ext uri="{BB962C8B-B14F-4D97-AF65-F5344CB8AC3E}">
        <p14:creationId xmlns:p14="http://schemas.microsoft.com/office/powerpoint/2010/main" val="13180031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92046B-7A10-40B2-A003-8F0B9E4D9EC5}"/>
              </a:ext>
            </a:extLst>
          </p:cNvPr>
          <p:cNvSpPr>
            <a:spLocks xmlns:a="http://schemas.openxmlformats.org/drawingml/2006/main" noGrp="1"/>
          </p:cNvSpPr>
          <p:nvPr/>
        </p:nvSpPr>
        <p:spPr>
          <a:xfrm xmlns:a="http://schemas.openxmlformats.org/drawingml/2006/main">
            <a:off x="666750" y="523875"/>
            <a:ext cx="10763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Cơ cấu nhóm giám sát tháng 10 năm 2026</a:t>
            </a:r>
          </a:p>
        </p:txBody>
      </p:sp>
      <p:sp>
        <p:nvSpPr>
          <p:cNvPr id="2" name="">
            <a:extLst xmlns:a="http://schemas.openxmlformats.org/drawingml/2006/main">
              <a:ext uri="{FF2B5EF4-FFF2-40B4-BE49-F238E27FC236}">
                <a16:creationId xmlns:a16="http://schemas.microsoft.com/office/drawing/2014/main" id="{9C2EA69E-1BEA-4532-82DD-FCF8017ECC2D}"/>
              </a:ext>
            </a:extLst>
          </p:cNvPr>
          <p:cNvSpPr>
            <a:spLocks xmlns:a="http://schemas.openxmlformats.org/drawingml/2006/main" noGrp="1"/>
          </p:cNvSpPr>
          <p:nvPr/>
        </p:nvSpPr>
        <p:spPr>
          <a:xfrm xmlns:a="http://schemas.openxmlformats.org/drawingml/2006/main">
            <a:off x="666750" y="631507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4748B"/>
                </a:solidFill>
                <a:latin typeface="Arial"/>
                <a:ea typeface="Arial"/>
                <a:cs typeface="Arial"/>
              </a:defRPr>
            </a:defPPr>
            <a:lvl1pPr>
              <a:defRPr sz="1275" b="0">
                <a:solidFill>
                  <a:srgbClr val="64748B"/>
                </a:solidFill>
                <a:latin typeface="Arial"/>
                <a:ea typeface="Arial"/>
                <a:cs typeface="Arial"/>
              </a:defRPr>
            </a:lvl1pPr>
            <a:lvl2pPr>
              <a:defRPr sz="1275" b="0">
                <a:solidFill>
                  <a:srgbClr val="64748B"/>
                </a:solidFill>
                <a:latin typeface="Arial"/>
                <a:ea typeface="Arial"/>
                <a:cs typeface="Arial"/>
              </a:defRPr>
            </a:lvl2pPr>
            <a:lvl3pPr>
              <a:defRPr sz="1275" b="0">
                <a:solidFill>
                  <a:srgbClr val="64748B"/>
                </a:solidFill>
                <a:latin typeface="Arial"/>
                <a:ea typeface="Arial"/>
                <a:cs typeface="Arial"/>
              </a:defRPr>
            </a:lvl3pPr>
            <a:lvl4pPr>
              <a:defRPr sz="1275" b="0">
                <a:solidFill>
                  <a:srgbClr val="64748B"/>
                </a:solidFill>
                <a:latin typeface="Arial"/>
                <a:ea typeface="Arial"/>
                <a:cs typeface="Arial"/>
              </a:defRPr>
            </a:lvl4pPr>
            <a:lvl5pPr>
              <a:defRPr sz="1275" b="0">
                <a:solidFill>
                  <a:srgbClr val="64748B"/>
                </a:solidFill>
                <a:latin typeface="Arial"/>
                <a:ea typeface="Arial"/>
                <a:cs typeface="Arial"/>
              </a:defRPr>
            </a:lvl5pPr>
            <a:lvl6pPr>
              <a:defRPr sz="1275" b="0">
                <a:solidFill>
                  <a:srgbClr val="64748B"/>
                </a:solidFill>
                <a:latin typeface="Arial"/>
                <a:ea typeface="Arial"/>
                <a:cs typeface="Arial"/>
              </a:defRPr>
            </a:lvl6pPr>
            <a:lvl7pPr>
              <a:defRPr sz="1275" b="0">
                <a:solidFill>
                  <a:srgbClr val="64748B"/>
                </a:solidFill>
                <a:latin typeface="Arial"/>
                <a:ea typeface="Arial"/>
                <a:cs typeface="Arial"/>
              </a:defRPr>
            </a:lvl7pPr>
            <a:lvl8pPr>
              <a:defRPr sz="1275" b="0">
                <a:solidFill>
                  <a:srgbClr val="64748B"/>
                </a:solidFill>
                <a:latin typeface="Arial"/>
                <a:ea typeface="Arial"/>
                <a:cs typeface="Arial"/>
              </a:defRPr>
            </a:lvl8pPr>
            <a:lvl9pPr>
              <a:defRPr sz="1275" b="0">
                <a:solidFill>
                  <a:srgbClr val="64748B"/>
                </a:solidFill>
                <a:latin typeface="Arial"/>
                <a:ea typeface="Arial"/>
                <a:cs typeface="Arial"/>
              </a:defRPr>
            </a:lvl9pPr>
          </a:lstStyle>
          <a:p xmlns:a="http://schemas.openxmlformats.org/drawingml/2006/main">
            <a:pPr>
              <a:defRPr sz="1275" b="0">
                <a:solidFill>
                  <a:srgbClr val="64748B"/>
                </a:solidFill>
                <a:latin typeface="Arial"/>
                <a:ea typeface="Arial"/>
                <a:cs typeface="Arial"/>
              </a:defRPr>
            </a:pPr>
            <a:r>
              <a:rPr sz="1275" b="0">
                <a:solidFill>
                  <a:srgbClr val="64748B"/>
                </a:solidFill>
                <a:latin typeface="Arial"/>
                <a:ea typeface="Arial"/>
                <a:cs typeface="Arial"/>
              </a:rPr>
              <a:t>Clinic Cloud   04</a:t>
            </a:r>
          </a:p>
        </p:txBody>
      </p:sp>
      <p:graphicFrame>
        <p:nvGraphicFramePr>
          <p:cNvPr id="3" name="Chart">
            <a:extLst xmlns:a="http://schemas.openxmlformats.org/drawingml/2006/main">
              <a:ext uri="{FF2B5EF4-FFF2-40B4-BE49-F238E27FC236}">
                <a16:creationId xmlns:a16="http://schemas.microsoft.com/office/drawing/2014/main" id="{8C9A8032-68C2-4AF4-96C6-BBC6E370345C}"/>
              </a:ext>
            </a:extLst>
          </p:cNvPr>
          <p:cNvGraphicFramePr/>
          <p:nvPr/>
        </p:nvGraphicFramePr>
        <p:xfrm>
          <a:off xmlns:a="http://schemas.openxmlformats.org/drawingml/2006/main" x="666750" y="1714500"/>
          <a:ext xmlns:a="http://schemas.openxmlformats.org/drawingml/2006/main" cx="5429250" cy="4095750"/>
        </p:xfrm>
        <a:graphic xmlns:a="http://schemas.openxmlformats.org/drawingml/2006/main">
          <a:graphicData uri="http://schemas.openxmlformats.org/drawingml/2006/chart">
            <c:chart xmlns:r="http://schemas.openxmlformats.org/officeDocument/2006/relationships" xmlns:c="http://schemas.openxmlformats.org/drawingml/2006/chart" r:id="Rfb7253a42b1a4997"/>
          </a:graphicData>
        </a:graphic>
      </p:graphicFrame>
      <p:sp>
        <p:nvSpPr>
          <p:cNvPr id="4" name="">
            <a:extLst xmlns:a="http://schemas.openxmlformats.org/drawingml/2006/main">
              <a:ext uri="{FF2B5EF4-FFF2-40B4-BE49-F238E27FC236}">
                <a16:creationId xmlns:a16="http://schemas.microsoft.com/office/drawing/2014/main" id="{EF1582C3-F046-402A-8042-624BD79972CF}"/>
              </a:ext>
            </a:extLst>
          </p:cNvPr>
          <p:cNvSpPr>
            <a:spLocks xmlns:a="http://schemas.openxmlformats.org/drawingml/2006/main" noGrp="1"/>
          </p:cNvSpPr>
          <p:nvPr/>
        </p:nvSpPr>
        <p:spPr>
          <a:xfrm xmlns:a="http://schemas.openxmlformats.org/drawingml/2006/main">
            <a:off x="6572250" y="1666875"/>
            <a:ext cx="428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0F766E"/>
                </a:solidFill>
                <a:latin typeface="Arial"/>
                <a:ea typeface="Arial"/>
                <a:cs typeface="Arial"/>
              </a:defRPr>
            </a:defPPr>
            <a:lvl1pPr>
              <a:defRPr sz="5700" b="1">
                <a:solidFill>
                  <a:srgbClr val="0F766E"/>
                </a:solidFill>
                <a:latin typeface="Arial"/>
                <a:ea typeface="Arial"/>
                <a:cs typeface="Arial"/>
              </a:defRPr>
            </a:lvl1pPr>
            <a:lvl2pPr>
              <a:defRPr sz="5700" b="1">
                <a:solidFill>
                  <a:srgbClr val="0F766E"/>
                </a:solidFill>
                <a:latin typeface="Arial"/>
                <a:ea typeface="Arial"/>
                <a:cs typeface="Arial"/>
              </a:defRPr>
            </a:lvl2pPr>
            <a:lvl3pPr>
              <a:defRPr sz="5700" b="1">
                <a:solidFill>
                  <a:srgbClr val="0F766E"/>
                </a:solidFill>
                <a:latin typeface="Arial"/>
                <a:ea typeface="Arial"/>
                <a:cs typeface="Arial"/>
              </a:defRPr>
            </a:lvl3pPr>
            <a:lvl4pPr>
              <a:defRPr sz="5700" b="1">
                <a:solidFill>
                  <a:srgbClr val="0F766E"/>
                </a:solidFill>
                <a:latin typeface="Arial"/>
                <a:ea typeface="Arial"/>
                <a:cs typeface="Arial"/>
              </a:defRPr>
            </a:lvl4pPr>
            <a:lvl5pPr>
              <a:defRPr sz="5700" b="1">
                <a:solidFill>
                  <a:srgbClr val="0F766E"/>
                </a:solidFill>
                <a:latin typeface="Arial"/>
                <a:ea typeface="Arial"/>
                <a:cs typeface="Arial"/>
              </a:defRPr>
            </a:lvl5pPr>
            <a:lvl6pPr>
              <a:defRPr sz="5700" b="1">
                <a:solidFill>
                  <a:srgbClr val="0F766E"/>
                </a:solidFill>
                <a:latin typeface="Arial"/>
                <a:ea typeface="Arial"/>
                <a:cs typeface="Arial"/>
              </a:defRPr>
            </a:lvl6pPr>
            <a:lvl7pPr>
              <a:defRPr sz="5700" b="1">
                <a:solidFill>
                  <a:srgbClr val="0F766E"/>
                </a:solidFill>
                <a:latin typeface="Arial"/>
                <a:ea typeface="Arial"/>
                <a:cs typeface="Arial"/>
              </a:defRPr>
            </a:lvl7pPr>
            <a:lvl8pPr>
              <a:defRPr sz="5700" b="1">
                <a:solidFill>
                  <a:srgbClr val="0F766E"/>
                </a:solidFill>
                <a:latin typeface="Arial"/>
                <a:ea typeface="Arial"/>
                <a:cs typeface="Arial"/>
              </a:defRPr>
            </a:lvl8pPr>
            <a:lvl9pPr>
              <a:defRPr sz="5700" b="1">
                <a:solidFill>
                  <a:srgbClr val="0F766E"/>
                </a:solidFill>
                <a:latin typeface="Arial"/>
                <a:ea typeface="Arial"/>
                <a:cs typeface="Arial"/>
              </a:defRPr>
            </a:lvl9pPr>
          </a:lstStyle>
          <a:p xmlns:a="http://schemas.openxmlformats.org/drawingml/2006/main">
            <a:pPr>
              <a:defRPr sz="5700" b="1">
                <a:solidFill>
                  <a:srgbClr val="0F766E"/>
                </a:solidFill>
                <a:latin typeface="Arial"/>
                <a:ea typeface="Arial"/>
                <a:cs typeface="Arial"/>
              </a:defRPr>
            </a:pPr>
            <a:r>
              <a:rPr sz="5700" b="1">
                <a:solidFill>
                  <a:srgbClr val="0F766E"/>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A9D449F3-A6FC-4A9C-8AEB-ECAE4BA2AD94}"/>
              </a:ext>
            </a:extLst>
          </p:cNvPr>
          <p:cNvSpPr>
            <a:spLocks xmlns:a="http://schemas.openxmlformats.org/drawingml/2006/main" noGrp="1"/>
          </p:cNvSpPr>
          <p:nvPr/>
        </p:nvSpPr>
        <p:spPr>
          <a:xfrm xmlns:a="http://schemas.openxmlformats.org/drawingml/2006/main">
            <a:off x="6572250" y="2667000"/>
            <a:ext cx="466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vl1pPr>
              <a:defRPr sz="2100" b="0">
                <a:solidFill>
                  <a:srgbClr val="16324F"/>
                </a:solidFill>
                <a:latin typeface="Arial"/>
                <a:ea typeface="Arial"/>
                <a:cs typeface="Arial"/>
              </a:defRPr>
            </a:lvl1pPr>
            <a:lvl2pPr>
              <a:defRPr sz="2100" b="0">
                <a:solidFill>
                  <a:srgbClr val="16324F"/>
                </a:solidFill>
                <a:latin typeface="Arial"/>
                <a:ea typeface="Arial"/>
                <a:cs typeface="Arial"/>
              </a:defRPr>
            </a:lvl2pPr>
            <a:lvl3pPr>
              <a:defRPr sz="2100" b="0">
                <a:solidFill>
                  <a:srgbClr val="16324F"/>
                </a:solidFill>
                <a:latin typeface="Arial"/>
                <a:ea typeface="Arial"/>
                <a:cs typeface="Arial"/>
              </a:defRPr>
            </a:lvl3pPr>
            <a:lvl4pPr>
              <a:defRPr sz="2100" b="0">
                <a:solidFill>
                  <a:srgbClr val="16324F"/>
                </a:solidFill>
                <a:latin typeface="Arial"/>
                <a:ea typeface="Arial"/>
                <a:cs typeface="Arial"/>
              </a:defRPr>
            </a:lvl4pPr>
            <a:lvl5pPr>
              <a:defRPr sz="2100" b="0">
                <a:solidFill>
                  <a:srgbClr val="16324F"/>
                </a:solidFill>
                <a:latin typeface="Arial"/>
                <a:ea typeface="Arial"/>
                <a:cs typeface="Arial"/>
              </a:defRPr>
            </a:lvl5pPr>
            <a:lvl6pPr>
              <a:defRPr sz="2100" b="0">
                <a:solidFill>
                  <a:srgbClr val="16324F"/>
                </a:solidFill>
                <a:latin typeface="Arial"/>
                <a:ea typeface="Arial"/>
                <a:cs typeface="Arial"/>
              </a:defRPr>
            </a:lvl6pPr>
            <a:lvl7pPr>
              <a:defRPr sz="2100" b="0">
                <a:solidFill>
                  <a:srgbClr val="16324F"/>
                </a:solidFill>
                <a:latin typeface="Arial"/>
                <a:ea typeface="Arial"/>
                <a:cs typeface="Arial"/>
              </a:defRPr>
            </a:lvl7pPr>
            <a:lvl8pPr>
              <a:defRPr sz="2100" b="0">
                <a:solidFill>
                  <a:srgbClr val="16324F"/>
                </a:solidFill>
                <a:latin typeface="Arial"/>
                <a:ea typeface="Arial"/>
                <a:cs typeface="Arial"/>
              </a:defRPr>
            </a:lvl8pPr>
            <a:lvl9pPr>
              <a:defRPr sz="2100" b="0">
                <a:solidFill>
                  <a:srgbClr val="16324F"/>
                </a:solidFill>
                <a:latin typeface="Arial"/>
                <a:ea typeface="Arial"/>
                <a:cs typeface="Arial"/>
              </a:defRPr>
            </a:lvl9pPr>
          </a:lstStyle>
          <a:p xmlns:a="http://schemas.openxmlformats.org/drawingml/2006/main">
            <a:pPr>
              <a:defRPr sz="2100" b="0">
                <a:solidFill>
                  <a:srgbClr val="16324F"/>
                </a:solidFill>
                <a:latin typeface="Arial"/>
                <a:ea typeface="Arial"/>
                <a:cs typeface="Arial"/>
              </a:defRPr>
            </a:pPr>
            <a:r>
              <a:rPr sz="2100" b="0">
                <a:solidFill>
                  <a:srgbClr val="16324F"/>
                </a:solidFill>
                <a:latin typeface="Arial"/>
                <a:ea typeface="Arial"/>
                <a:cs typeface="Arial"/>
              </a:rPr>
              <a:t>Cúm chiếm tỷ trọng cao nhất</a:t>
            </a:r>
          </a:p>
        </p:txBody>
      </p:sp>
      <p:sp>
        <p:nvSpPr>
          <p:cNvPr id="6" name="">
            <a:extLst xmlns:a="http://schemas.openxmlformats.org/drawingml/2006/main">
              <a:ext uri="{FF2B5EF4-FFF2-40B4-BE49-F238E27FC236}">
                <a16:creationId xmlns:a16="http://schemas.microsoft.com/office/drawing/2014/main" id="{EDE6B333-189F-4EC1-82C5-FE9D30115AD8}"/>
              </a:ext>
            </a:extLst>
          </p:cNvPr>
          <p:cNvSpPr>
            <a:spLocks xmlns:a="http://schemas.openxmlformats.org/drawingml/2006/main" noGrp="1"/>
          </p:cNvSpPr>
          <p:nvPr/>
        </p:nvSpPr>
        <p:spPr>
          <a:xfrm xmlns:a="http://schemas.openxmlformats.org/drawingml/2006/main">
            <a:off x="6572250" y="3571875"/>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F766E"/>
                </a:solidFill>
                <a:latin typeface="Arial"/>
                <a:ea typeface="Arial"/>
                <a:cs typeface="Arial"/>
              </a:defRPr>
            </a:defPPr>
            <a:lvl1pPr>
              <a:defRPr sz="1950" b="1">
                <a:solidFill>
                  <a:srgbClr val="0F766E"/>
                </a:solidFill>
                <a:latin typeface="Arial"/>
                <a:ea typeface="Arial"/>
                <a:cs typeface="Arial"/>
              </a:defRPr>
            </a:lvl1pPr>
            <a:lvl2pPr>
              <a:defRPr sz="1950" b="1">
                <a:solidFill>
                  <a:srgbClr val="0F766E"/>
                </a:solidFill>
                <a:latin typeface="Arial"/>
                <a:ea typeface="Arial"/>
                <a:cs typeface="Arial"/>
              </a:defRPr>
            </a:lvl2pPr>
            <a:lvl3pPr>
              <a:defRPr sz="1950" b="1">
                <a:solidFill>
                  <a:srgbClr val="0F766E"/>
                </a:solidFill>
                <a:latin typeface="Arial"/>
                <a:ea typeface="Arial"/>
                <a:cs typeface="Arial"/>
              </a:defRPr>
            </a:lvl3pPr>
            <a:lvl4pPr>
              <a:defRPr sz="1950" b="1">
                <a:solidFill>
                  <a:srgbClr val="0F766E"/>
                </a:solidFill>
                <a:latin typeface="Arial"/>
                <a:ea typeface="Arial"/>
                <a:cs typeface="Arial"/>
              </a:defRPr>
            </a:lvl4pPr>
            <a:lvl5pPr>
              <a:defRPr sz="1950" b="1">
                <a:solidFill>
                  <a:srgbClr val="0F766E"/>
                </a:solidFill>
                <a:latin typeface="Arial"/>
                <a:ea typeface="Arial"/>
                <a:cs typeface="Arial"/>
              </a:defRPr>
            </a:lvl5pPr>
            <a:lvl6pPr>
              <a:defRPr sz="1950" b="1">
                <a:solidFill>
                  <a:srgbClr val="0F766E"/>
                </a:solidFill>
                <a:latin typeface="Arial"/>
                <a:ea typeface="Arial"/>
                <a:cs typeface="Arial"/>
              </a:defRPr>
            </a:lvl6pPr>
            <a:lvl7pPr>
              <a:defRPr sz="1950" b="1">
                <a:solidFill>
                  <a:srgbClr val="0F766E"/>
                </a:solidFill>
                <a:latin typeface="Arial"/>
                <a:ea typeface="Arial"/>
                <a:cs typeface="Arial"/>
              </a:defRPr>
            </a:lvl7pPr>
            <a:lvl8pPr>
              <a:defRPr sz="1950" b="1">
                <a:solidFill>
                  <a:srgbClr val="0F766E"/>
                </a:solidFill>
                <a:latin typeface="Arial"/>
                <a:ea typeface="Arial"/>
                <a:cs typeface="Arial"/>
              </a:defRPr>
            </a:lvl8pPr>
            <a:lvl9pPr>
              <a:defRPr sz="1950" b="1">
                <a:solidFill>
                  <a:srgbClr val="0F766E"/>
                </a:solidFill>
                <a:latin typeface="Arial"/>
                <a:ea typeface="Arial"/>
                <a:cs typeface="Arial"/>
              </a:defRPr>
            </a:lvl9pPr>
          </a:lstStyle>
          <a:p xmlns:a="http://schemas.openxmlformats.org/drawingml/2006/main">
            <a:pPr>
              <a:defRPr sz="1950" b="1">
                <a:solidFill>
                  <a:srgbClr val="0F766E"/>
                </a:solidFill>
                <a:latin typeface="Arial"/>
                <a:ea typeface="Arial"/>
                <a:cs typeface="Arial"/>
              </a:defRPr>
            </a:pPr>
            <a:r>
              <a:rPr sz="1950" b="1">
                <a:solidFill>
                  <a:srgbClr val="0F766E"/>
                </a:solidFill>
                <a:latin typeface="Arial"/>
                <a:ea typeface="Arial"/>
                <a:cs typeface="Arial"/>
              </a:rPr>
              <a:t>Cúm: 400 người (40%)</a:t>
            </a:r>
          </a:p>
        </p:txBody>
      </p:sp>
      <p:sp>
        <p:nvSpPr>
          <p:cNvPr id="7" name="">
            <a:extLst xmlns:a="http://schemas.openxmlformats.org/drawingml/2006/main">
              <a:ext uri="{FF2B5EF4-FFF2-40B4-BE49-F238E27FC236}">
                <a16:creationId xmlns:a16="http://schemas.microsoft.com/office/drawing/2014/main" id="{01B03ADA-698B-4A15-905E-DC8DF17DDE68}"/>
              </a:ext>
            </a:extLst>
          </p:cNvPr>
          <p:cNvSpPr>
            <a:spLocks xmlns:a="http://schemas.openxmlformats.org/drawingml/2006/main" noGrp="1"/>
          </p:cNvSpPr>
          <p:nvPr/>
        </p:nvSpPr>
        <p:spPr>
          <a:xfrm xmlns:a="http://schemas.openxmlformats.org/drawingml/2006/main">
            <a:off x="6572250" y="40386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475569"/>
                </a:solidFill>
                <a:latin typeface="Arial"/>
                <a:ea typeface="Arial"/>
                <a:cs typeface="Arial"/>
              </a:defRPr>
            </a:defPPr>
            <a:lvl1pPr>
              <a:defRPr sz="1950" b="0">
                <a:solidFill>
                  <a:srgbClr val="475569"/>
                </a:solidFill>
                <a:latin typeface="Arial"/>
                <a:ea typeface="Arial"/>
                <a:cs typeface="Arial"/>
              </a:defRPr>
            </a:lvl1pPr>
            <a:lvl2pPr>
              <a:defRPr sz="1950" b="0">
                <a:solidFill>
                  <a:srgbClr val="475569"/>
                </a:solidFill>
                <a:latin typeface="Arial"/>
                <a:ea typeface="Arial"/>
                <a:cs typeface="Arial"/>
              </a:defRPr>
            </a:lvl2pPr>
            <a:lvl3pPr>
              <a:defRPr sz="1950" b="0">
                <a:solidFill>
                  <a:srgbClr val="475569"/>
                </a:solidFill>
                <a:latin typeface="Arial"/>
                <a:ea typeface="Arial"/>
                <a:cs typeface="Arial"/>
              </a:defRPr>
            </a:lvl3pPr>
            <a:lvl4pPr>
              <a:defRPr sz="1950" b="0">
                <a:solidFill>
                  <a:srgbClr val="475569"/>
                </a:solidFill>
                <a:latin typeface="Arial"/>
                <a:ea typeface="Arial"/>
                <a:cs typeface="Arial"/>
              </a:defRPr>
            </a:lvl4pPr>
            <a:lvl5pPr>
              <a:defRPr sz="1950" b="0">
                <a:solidFill>
                  <a:srgbClr val="475569"/>
                </a:solidFill>
                <a:latin typeface="Arial"/>
                <a:ea typeface="Arial"/>
                <a:cs typeface="Arial"/>
              </a:defRPr>
            </a:lvl5pPr>
            <a:lvl6pPr>
              <a:defRPr sz="1950" b="0">
                <a:solidFill>
                  <a:srgbClr val="475569"/>
                </a:solidFill>
                <a:latin typeface="Arial"/>
                <a:ea typeface="Arial"/>
                <a:cs typeface="Arial"/>
              </a:defRPr>
            </a:lvl6pPr>
            <a:lvl7pPr>
              <a:defRPr sz="1950" b="0">
                <a:solidFill>
                  <a:srgbClr val="475569"/>
                </a:solidFill>
                <a:latin typeface="Arial"/>
                <a:ea typeface="Arial"/>
                <a:cs typeface="Arial"/>
              </a:defRPr>
            </a:lvl7pPr>
            <a:lvl8pPr>
              <a:defRPr sz="1950" b="0">
                <a:solidFill>
                  <a:srgbClr val="475569"/>
                </a:solidFill>
                <a:latin typeface="Arial"/>
                <a:ea typeface="Arial"/>
                <a:cs typeface="Arial"/>
              </a:defRPr>
            </a:lvl8pPr>
            <a:lvl9pPr>
              <a:defRPr sz="1950" b="0">
                <a:solidFill>
                  <a:srgbClr val="475569"/>
                </a:solidFill>
                <a:latin typeface="Arial"/>
                <a:ea typeface="Arial"/>
                <a:cs typeface="Arial"/>
              </a:defRPr>
            </a:lvl9pPr>
          </a:lstStyle>
          <a:p xmlns:a="http://schemas.openxmlformats.org/drawingml/2006/main">
            <a:pPr>
              <a:defRPr sz="1950" b="0">
                <a:solidFill>
                  <a:srgbClr val="475569"/>
                </a:solidFill>
                <a:latin typeface="Arial"/>
                <a:ea typeface="Arial"/>
                <a:cs typeface="Arial"/>
              </a:defRPr>
            </a:pPr>
            <a:r>
              <a:rPr sz="1950" b="0">
                <a:solidFill>
                  <a:srgbClr val="475569"/>
                </a:solidFill>
                <a:latin typeface="Arial"/>
                <a:ea typeface="Arial"/>
                <a:cs typeface="Arial"/>
              </a:rPr>
              <a:t>Sốt xuất huyết: 300 người (30%)</a:t>
            </a:r>
          </a:p>
        </p:txBody>
      </p:sp>
      <p:sp>
        <p:nvSpPr>
          <p:cNvPr id="8" name="">
            <a:extLst xmlns:a="http://schemas.openxmlformats.org/drawingml/2006/main">
              <a:ext uri="{FF2B5EF4-FFF2-40B4-BE49-F238E27FC236}">
                <a16:creationId xmlns:a16="http://schemas.microsoft.com/office/drawing/2014/main" id="{E488ABD5-F961-4C63-B040-03534B149696}"/>
              </a:ext>
            </a:extLst>
          </p:cNvPr>
          <p:cNvSpPr>
            <a:spLocks xmlns:a="http://schemas.openxmlformats.org/drawingml/2006/main" noGrp="1"/>
          </p:cNvSpPr>
          <p:nvPr/>
        </p:nvSpPr>
        <p:spPr>
          <a:xfrm xmlns:a="http://schemas.openxmlformats.org/drawingml/2006/main">
            <a:off x="6572250" y="4505325"/>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475569"/>
                </a:solidFill>
                <a:latin typeface="Arial"/>
                <a:ea typeface="Arial"/>
                <a:cs typeface="Arial"/>
              </a:defRPr>
            </a:defPPr>
            <a:lvl1pPr>
              <a:defRPr sz="1950" b="0">
                <a:solidFill>
                  <a:srgbClr val="475569"/>
                </a:solidFill>
                <a:latin typeface="Arial"/>
                <a:ea typeface="Arial"/>
                <a:cs typeface="Arial"/>
              </a:defRPr>
            </a:lvl1pPr>
            <a:lvl2pPr>
              <a:defRPr sz="1950" b="0">
                <a:solidFill>
                  <a:srgbClr val="475569"/>
                </a:solidFill>
                <a:latin typeface="Arial"/>
                <a:ea typeface="Arial"/>
                <a:cs typeface="Arial"/>
              </a:defRPr>
            </a:lvl2pPr>
            <a:lvl3pPr>
              <a:defRPr sz="1950" b="0">
                <a:solidFill>
                  <a:srgbClr val="475569"/>
                </a:solidFill>
                <a:latin typeface="Arial"/>
                <a:ea typeface="Arial"/>
                <a:cs typeface="Arial"/>
              </a:defRPr>
            </a:lvl3pPr>
            <a:lvl4pPr>
              <a:defRPr sz="1950" b="0">
                <a:solidFill>
                  <a:srgbClr val="475569"/>
                </a:solidFill>
                <a:latin typeface="Arial"/>
                <a:ea typeface="Arial"/>
                <a:cs typeface="Arial"/>
              </a:defRPr>
            </a:lvl4pPr>
            <a:lvl5pPr>
              <a:defRPr sz="1950" b="0">
                <a:solidFill>
                  <a:srgbClr val="475569"/>
                </a:solidFill>
                <a:latin typeface="Arial"/>
                <a:ea typeface="Arial"/>
                <a:cs typeface="Arial"/>
              </a:defRPr>
            </a:lvl5pPr>
            <a:lvl6pPr>
              <a:defRPr sz="1950" b="0">
                <a:solidFill>
                  <a:srgbClr val="475569"/>
                </a:solidFill>
                <a:latin typeface="Arial"/>
                <a:ea typeface="Arial"/>
                <a:cs typeface="Arial"/>
              </a:defRPr>
            </a:lvl6pPr>
            <a:lvl7pPr>
              <a:defRPr sz="1950" b="0">
                <a:solidFill>
                  <a:srgbClr val="475569"/>
                </a:solidFill>
                <a:latin typeface="Arial"/>
                <a:ea typeface="Arial"/>
                <a:cs typeface="Arial"/>
              </a:defRPr>
            </a:lvl7pPr>
            <a:lvl8pPr>
              <a:defRPr sz="1950" b="0">
                <a:solidFill>
                  <a:srgbClr val="475569"/>
                </a:solidFill>
                <a:latin typeface="Arial"/>
                <a:ea typeface="Arial"/>
                <a:cs typeface="Arial"/>
              </a:defRPr>
            </a:lvl8pPr>
            <a:lvl9pPr>
              <a:defRPr sz="1950" b="0">
                <a:solidFill>
                  <a:srgbClr val="475569"/>
                </a:solidFill>
                <a:latin typeface="Arial"/>
                <a:ea typeface="Arial"/>
                <a:cs typeface="Arial"/>
              </a:defRPr>
            </a:lvl9pPr>
          </a:lstStyle>
          <a:p xmlns:a="http://schemas.openxmlformats.org/drawingml/2006/main">
            <a:pPr>
              <a:defRPr sz="1950" b="0">
                <a:solidFill>
                  <a:srgbClr val="475569"/>
                </a:solidFill>
                <a:latin typeface="Arial"/>
                <a:ea typeface="Arial"/>
                <a:cs typeface="Arial"/>
              </a:defRPr>
            </a:pPr>
            <a:r>
              <a:rPr sz="1950" b="0">
                <a:solidFill>
                  <a:srgbClr val="475569"/>
                </a:solidFill>
                <a:latin typeface="Arial"/>
                <a:ea typeface="Arial"/>
                <a:cs typeface="Arial"/>
              </a:rPr>
              <a:t>Tay chân miệng: 200 người (20%)</a:t>
            </a:r>
          </a:p>
        </p:txBody>
      </p:sp>
      <p:sp>
        <p:nvSpPr>
          <p:cNvPr id="9" name="">
            <a:extLst xmlns:a="http://schemas.openxmlformats.org/drawingml/2006/main">
              <a:ext uri="{FF2B5EF4-FFF2-40B4-BE49-F238E27FC236}">
                <a16:creationId xmlns:a16="http://schemas.microsoft.com/office/drawing/2014/main" id="{7554699A-BEA7-488E-A953-D837E42B97CD}"/>
              </a:ext>
            </a:extLst>
          </p:cNvPr>
          <p:cNvSpPr>
            <a:spLocks xmlns:a="http://schemas.openxmlformats.org/drawingml/2006/main" noGrp="1"/>
          </p:cNvSpPr>
          <p:nvPr/>
        </p:nvSpPr>
        <p:spPr>
          <a:xfrm xmlns:a="http://schemas.openxmlformats.org/drawingml/2006/main">
            <a:off x="6572250" y="49720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475569"/>
                </a:solidFill>
                <a:latin typeface="Arial"/>
                <a:ea typeface="Arial"/>
                <a:cs typeface="Arial"/>
              </a:defRPr>
            </a:defPPr>
            <a:lvl1pPr>
              <a:defRPr sz="1950" b="0">
                <a:solidFill>
                  <a:srgbClr val="475569"/>
                </a:solidFill>
                <a:latin typeface="Arial"/>
                <a:ea typeface="Arial"/>
                <a:cs typeface="Arial"/>
              </a:defRPr>
            </a:lvl1pPr>
            <a:lvl2pPr>
              <a:defRPr sz="1950" b="0">
                <a:solidFill>
                  <a:srgbClr val="475569"/>
                </a:solidFill>
                <a:latin typeface="Arial"/>
                <a:ea typeface="Arial"/>
                <a:cs typeface="Arial"/>
              </a:defRPr>
            </a:lvl2pPr>
            <a:lvl3pPr>
              <a:defRPr sz="1950" b="0">
                <a:solidFill>
                  <a:srgbClr val="475569"/>
                </a:solidFill>
                <a:latin typeface="Arial"/>
                <a:ea typeface="Arial"/>
                <a:cs typeface="Arial"/>
              </a:defRPr>
            </a:lvl3pPr>
            <a:lvl4pPr>
              <a:defRPr sz="1950" b="0">
                <a:solidFill>
                  <a:srgbClr val="475569"/>
                </a:solidFill>
                <a:latin typeface="Arial"/>
                <a:ea typeface="Arial"/>
                <a:cs typeface="Arial"/>
              </a:defRPr>
            </a:lvl4pPr>
            <a:lvl5pPr>
              <a:defRPr sz="1950" b="0">
                <a:solidFill>
                  <a:srgbClr val="475569"/>
                </a:solidFill>
                <a:latin typeface="Arial"/>
                <a:ea typeface="Arial"/>
                <a:cs typeface="Arial"/>
              </a:defRPr>
            </a:lvl5pPr>
            <a:lvl6pPr>
              <a:defRPr sz="1950" b="0">
                <a:solidFill>
                  <a:srgbClr val="475569"/>
                </a:solidFill>
                <a:latin typeface="Arial"/>
                <a:ea typeface="Arial"/>
                <a:cs typeface="Arial"/>
              </a:defRPr>
            </a:lvl6pPr>
            <a:lvl7pPr>
              <a:defRPr sz="1950" b="0">
                <a:solidFill>
                  <a:srgbClr val="475569"/>
                </a:solidFill>
                <a:latin typeface="Arial"/>
                <a:ea typeface="Arial"/>
                <a:cs typeface="Arial"/>
              </a:defRPr>
            </a:lvl7pPr>
            <a:lvl8pPr>
              <a:defRPr sz="1950" b="0">
                <a:solidFill>
                  <a:srgbClr val="475569"/>
                </a:solidFill>
                <a:latin typeface="Arial"/>
                <a:ea typeface="Arial"/>
                <a:cs typeface="Arial"/>
              </a:defRPr>
            </a:lvl8pPr>
            <a:lvl9pPr>
              <a:defRPr sz="1950" b="0">
                <a:solidFill>
                  <a:srgbClr val="475569"/>
                </a:solidFill>
                <a:latin typeface="Arial"/>
                <a:ea typeface="Arial"/>
                <a:cs typeface="Arial"/>
              </a:defRPr>
            </a:lvl9pPr>
          </a:lstStyle>
          <a:p xmlns:a="http://schemas.openxmlformats.org/drawingml/2006/main">
            <a:pPr>
              <a:defRPr sz="1950" b="0">
                <a:solidFill>
                  <a:srgbClr val="475569"/>
                </a:solidFill>
                <a:latin typeface="Arial"/>
                <a:ea typeface="Arial"/>
                <a:cs typeface="Arial"/>
              </a:defRPr>
            </a:pPr>
            <a:r>
              <a:rPr sz="1950" b="0">
                <a:solidFill>
                  <a:srgbClr val="475569"/>
                </a:solidFill>
                <a:latin typeface="Arial"/>
                <a:ea typeface="Arial"/>
                <a:cs typeface="Arial"/>
              </a:rPr>
              <a:t>Khác: 100 người (10%)</a:t>
            </a:r>
          </a:p>
        </p:txBody>
      </p:sp>
      <p:sp>
        <p:nvSpPr>
          <p:cNvPr id="10" name="">
            <a:extLst xmlns:a="http://schemas.openxmlformats.org/drawingml/2006/main">
              <a:ext uri="{FF2B5EF4-FFF2-40B4-BE49-F238E27FC236}">
                <a16:creationId xmlns:a16="http://schemas.microsoft.com/office/drawing/2014/main" id="{78971124-0344-468A-8D8F-7E7A190A3978}"/>
              </a:ext>
            </a:extLst>
          </p:cNvPr>
          <p:cNvSpPr>
            <a:spLocks xmlns:a="http://schemas.openxmlformats.org/drawingml/2006/main" noGrp="1"/>
          </p:cNvSpPr>
          <p:nvPr/>
        </p:nvSpPr>
        <p:spPr>
          <a:xfrm xmlns:a="http://schemas.openxmlformats.org/drawingml/2006/main">
            <a:off x="666750" y="5857875"/>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64748B"/>
                </a:solidFill>
                <a:latin typeface="Arial"/>
                <a:ea typeface="Arial"/>
                <a:cs typeface="Arial"/>
              </a:defRPr>
            </a:defPPr>
            <a:lvl1pPr>
              <a:defRPr sz="1425" b="0">
                <a:solidFill>
                  <a:srgbClr val="64748B"/>
                </a:solidFill>
                <a:latin typeface="Arial"/>
                <a:ea typeface="Arial"/>
                <a:cs typeface="Arial"/>
              </a:defRPr>
            </a:lvl1pPr>
            <a:lvl2pPr>
              <a:defRPr sz="1425" b="0">
                <a:solidFill>
                  <a:srgbClr val="64748B"/>
                </a:solidFill>
                <a:latin typeface="Arial"/>
                <a:ea typeface="Arial"/>
                <a:cs typeface="Arial"/>
              </a:defRPr>
            </a:lvl2pPr>
            <a:lvl3pPr>
              <a:defRPr sz="1425" b="0">
                <a:solidFill>
                  <a:srgbClr val="64748B"/>
                </a:solidFill>
                <a:latin typeface="Arial"/>
                <a:ea typeface="Arial"/>
                <a:cs typeface="Arial"/>
              </a:defRPr>
            </a:lvl3pPr>
            <a:lvl4pPr>
              <a:defRPr sz="1425" b="0">
                <a:solidFill>
                  <a:srgbClr val="64748B"/>
                </a:solidFill>
                <a:latin typeface="Arial"/>
                <a:ea typeface="Arial"/>
                <a:cs typeface="Arial"/>
              </a:defRPr>
            </a:lvl4pPr>
            <a:lvl5pPr>
              <a:defRPr sz="1425" b="0">
                <a:solidFill>
                  <a:srgbClr val="64748B"/>
                </a:solidFill>
                <a:latin typeface="Arial"/>
                <a:ea typeface="Arial"/>
                <a:cs typeface="Arial"/>
              </a:defRPr>
            </a:lvl5pPr>
            <a:lvl6pPr>
              <a:defRPr sz="1425" b="0">
                <a:solidFill>
                  <a:srgbClr val="64748B"/>
                </a:solidFill>
                <a:latin typeface="Arial"/>
                <a:ea typeface="Arial"/>
                <a:cs typeface="Arial"/>
              </a:defRPr>
            </a:lvl6pPr>
            <a:lvl7pPr>
              <a:defRPr sz="1425" b="0">
                <a:solidFill>
                  <a:srgbClr val="64748B"/>
                </a:solidFill>
                <a:latin typeface="Arial"/>
                <a:ea typeface="Arial"/>
                <a:cs typeface="Arial"/>
              </a:defRPr>
            </a:lvl7pPr>
            <a:lvl8pPr>
              <a:defRPr sz="1425" b="0">
                <a:solidFill>
                  <a:srgbClr val="64748B"/>
                </a:solidFill>
                <a:latin typeface="Arial"/>
                <a:ea typeface="Arial"/>
                <a:cs typeface="Arial"/>
              </a:defRPr>
            </a:lvl8pPr>
            <a:lvl9pPr>
              <a:defRPr sz="1425" b="0">
                <a:solidFill>
                  <a:srgbClr val="64748B"/>
                </a:solidFill>
                <a:latin typeface="Arial"/>
                <a:ea typeface="Arial"/>
                <a:cs typeface="Arial"/>
              </a:defRPr>
            </a:lvl9pPr>
          </a:lstStyle>
          <a:p xmlns:a="http://schemas.openxmlformats.org/drawingml/2006/main">
            <a:pPr>
              <a:defRPr sz="1425" b="0">
                <a:solidFill>
                  <a:srgbClr val="64748B"/>
                </a:solidFill>
                <a:latin typeface="Arial"/>
                <a:ea typeface="Arial"/>
                <a:cs typeface="Arial"/>
              </a:defRPr>
            </a:pPr>
            <a:r>
              <a:rPr sz="1425" b="0">
                <a:solidFill>
                  <a:srgbClr val="64748B"/>
                </a:solidFill>
                <a:latin typeface="Arial"/>
                <a:ea typeface="Arial"/>
                <a:cs typeface="Arial"/>
              </a:rPr>
              <a:t>Mẫu giả lập 1.000 bệnh nhân. Mỗi người thuộc đúng một nhóm theo lần khám gần nhất.</a:t>
            </a:r>
          </a:p>
        </p:txBody>
      </p:sp>
    </p:spTree>
    <p:extLst>
      <p:ext uri="{BB962C8B-B14F-4D97-AF65-F5344CB8AC3E}">
        <p14:creationId xmlns:p14="http://schemas.microsoft.com/office/powerpoint/2010/main" val="17900622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9250A7-A370-433C-82FC-66A07C856941}"/>
              </a:ext>
            </a:extLst>
          </p:cNvPr>
          <p:cNvSpPr>
            <a:spLocks xmlns:a="http://schemas.openxmlformats.org/drawingml/2006/main" noGrp="1"/>
          </p:cNvSpPr>
          <p:nvPr/>
        </p:nvSpPr>
        <p:spPr>
          <a:xfrm xmlns:a="http://schemas.openxmlformats.org/drawingml/2006/main">
            <a:off x="666750" y="523875"/>
            <a:ext cx="10763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Kiểm thử trước khi nghiệm thu</a:t>
            </a:r>
          </a:p>
        </p:txBody>
      </p:sp>
      <p:sp>
        <p:nvSpPr>
          <p:cNvPr id="2" name="">
            <a:extLst xmlns:a="http://schemas.openxmlformats.org/drawingml/2006/main">
              <a:ext uri="{FF2B5EF4-FFF2-40B4-BE49-F238E27FC236}">
                <a16:creationId xmlns:a16="http://schemas.microsoft.com/office/drawing/2014/main" id="{57041290-4482-4A64-9995-4BE28C818B9E}"/>
              </a:ext>
            </a:extLst>
          </p:cNvPr>
          <p:cNvSpPr>
            <a:spLocks xmlns:a="http://schemas.openxmlformats.org/drawingml/2006/main" noGrp="1"/>
          </p:cNvSpPr>
          <p:nvPr/>
        </p:nvSpPr>
        <p:spPr>
          <a:xfrm xmlns:a="http://schemas.openxmlformats.org/drawingml/2006/main">
            <a:off x="666750" y="631507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4748B"/>
                </a:solidFill>
                <a:latin typeface="Arial"/>
                <a:ea typeface="Arial"/>
                <a:cs typeface="Arial"/>
              </a:defRPr>
            </a:defPPr>
            <a:lvl1pPr>
              <a:defRPr sz="1275" b="0">
                <a:solidFill>
                  <a:srgbClr val="64748B"/>
                </a:solidFill>
                <a:latin typeface="Arial"/>
                <a:ea typeface="Arial"/>
                <a:cs typeface="Arial"/>
              </a:defRPr>
            </a:lvl1pPr>
            <a:lvl2pPr>
              <a:defRPr sz="1275" b="0">
                <a:solidFill>
                  <a:srgbClr val="64748B"/>
                </a:solidFill>
                <a:latin typeface="Arial"/>
                <a:ea typeface="Arial"/>
                <a:cs typeface="Arial"/>
              </a:defRPr>
            </a:lvl2pPr>
            <a:lvl3pPr>
              <a:defRPr sz="1275" b="0">
                <a:solidFill>
                  <a:srgbClr val="64748B"/>
                </a:solidFill>
                <a:latin typeface="Arial"/>
                <a:ea typeface="Arial"/>
                <a:cs typeface="Arial"/>
              </a:defRPr>
            </a:lvl3pPr>
            <a:lvl4pPr>
              <a:defRPr sz="1275" b="0">
                <a:solidFill>
                  <a:srgbClr val="64748B"/>
                </a:solidFill>
                <a:latin typeface="Arial"/>
                <a:ea typeface="Arial"/>
                <a:cs typeface="Arial"/>
              </a:defRPr>
            </a:lvl4pPr>
            <a:lvl5pPr>
              <a:defRPr sz="1275" b="0">
                <a:solidFill>
                  <a:srgbClr val="64748B"/>
                </a:solidFill>
                <a:latin typeface="Arial"/>
                <a:ea typeface="Arial"/>
                <a:cs typeface="Arial"/>
              </a:defRPr>
            </a:lvl5pPr>
            <a:lvl6pPr>
              <a:defRPr sz="1275" b="0">
                <a:solidFill>
                  <a:srgbClr val="64748B"/>
                </a:solidFill>
                <a:latin typeface="Arial"/>
                <a:ea typeface="Arial"/>
                <a:cs typeface="Arial"/>
              </a:defRPr>
            </a:lvl6pPr>
            <a:lvl7pPr>
              <a:defRPr sz="1275" b="0">
                <a:solidFill>
                  <a:srgbClr val="64748B"/>
                </a:solidFill>
                <a:latin typeface="Arial"/>
                <a:ea typeface="Arial"/>
                <a:cs typeface="Arial"/>
              </a:defRPr>
            </a:lvl7pPr>
            <a:lvl8pPr>
              <a:defRPr sz="1275" b="0">
                <a:solidFill>
                  <a:srgbClr val="64748B"/>
                </a:solidFill>
                <a:latin typeface="Arial"/>
                <a:ea typeface="Arial"/>
                <a:cs typeface="Arial"/>
              </a:defRPr>
            </a:lvl8pPr>
            <a:lvl9pPr>
              <a:defRPr sz="1275" b="0">
                <a:solidFill>
                  <a:srgbClr val="64748B"/>
                </a:solidFill>
                <a:latin typeface="Arial"/>
                <a:ea typeface="Arial"/>
                <a:cs typeface="Arial"/>
              </a:defRPr>
            </a:lvl9pPr>
          </a:lstStyle>
          <a:p xmlns:a="http://schemas.openxmlformats.org/drawingml/2006/main">
            <a:pPr>
              <a:defRPr sz="1275" b="0">
                <a:solidFill>
                  <a:srgbClr val="64748B"/>
                </a:solidFill>
                <a:latin typeface="Arial"/>
                <a:ea typeface="Arial"/>
                <a:cs typeface="Arial"/>
              </a:defRPr>
            </a:pPr>
            <a:r>
              <a:rPr sz="1275" b="0">
                <a:solidFill>
                  <a:srgbClr val="64748B"/>
                </a:solidFill>
                <a:latin typeface="Arial"/>
                <a:ea typeface="Arial"/>
                <a:cs typeface="Arial"/>
              </a:rPr>
              <a:t>Clinic Cloud   05</a:t>
            </a:r>
          </a:p>
        </p:txBody>
      </p:sp>
      <p:sp>
        <p:nvSpPr>
          <p:cNvPr id="3" name="">
            <a:extLst xmlns:a="http://schemas.openxmlformats.org/drawingml/2006/main">
              <a:ext uri="{FF2B5EF4-FFF2-40B4-BE49-F238E27FC236}">
                <a16:creationId xmlns:a16="http://schemas.microsoft.com/office/drawing/2014/main" id="{915D554E-13D1-4129-95B0-319FE701EB73}"/>
              </a:ext>
            </a:extLst>
          </p:cNvPr>
          <p:cNvSpPr>
            <a:spLocks xmlns:a="http://schemas.openxmlformats.org/drawingml/2006/main" noGrp="1"/>
          </p:cNvSpPr>
          <p:nvPr/>
        </p:nvSpPr>
        <p:spPr>
          <a:xfrm xmlns:a="http://schemas.openxmlformats.org/drawingml/2006/main">
            <a:off x="666750" y="18097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F766E"/>
                </a:solidFill>
                <a:latin typeface="Arial"/>
                <a:ea typeface="Arial"/>
                <a:cs typeface="Arial"/>
              </a:defRPr>
            </a:defPPr>
            <a:lvl1pPr>
              <a:defRPr sz="2400" b="1">
                <a:solidFill>
                  <a:srgbClr val="0F766E"/>
                </a:solidFill>
                <a:latin typeface="Arial"/>
                <a:ea typeface="Arial"/>
                <a:cs typeface="Arial"/>
              </a:defRPr>
            </a:lvl1pPr>
            <a:lvl2pPr>
              <a:defRPr sz="2400" b="1">
                <a:solidFill>
                  <a:srgbClr val="0F766E"/>
                </a:solidFill>
                <a:latin typeface="Arial"/>
                <a:ea typeface="Arial"/>
                <a:cs typeface="Arial"/>
              </a:defRPr>
            </a:lvl2pPr>
            <a:lvl3pPr>
              <a:defRPr sz="2400" b="1">
                <a:solidFill>
                  <a:srgbClr val="0F766E"/>
                </a:solidFill>
                <a:latin typeface="Arial"/>
                <a:ea typeface="Arial"/>
                <a:cs typeface="Arial"/>
              </a:defRPr>
            </a:lvl3pPr>
            <a:lvl4pPr>
              <a:defRPr sz="2400" b="1">
                <a:solidFill>
                  <a:srgbClr val="0F766E"/>
                </a:solidFill>
                <a:latin typeface="Arial"/>
                <a:ea typeface="Arial"/>
                <a:cs typeface="Arial"/>
              </a:defRPr>
            </a:lvl4pPr>
            <a:lvl5pPr>
              <a:defRPr sz="2400" b="1">
                <a:solidFill>
                  <a:srgbClr val="0F766E"/>
                </a:solidFill>
                <a:latin typeface="Arial"/>
                <a:ea typeface="Arial"/>
                <a:cs typeface="Arial"/>
              </a:defRPr>
            </a:lvl5pPr>
            <a:lvl6pPr>
              <a:defRPr sz="2400" b="1">
                <a:solidFill>
                  <a:srgbClr val="0F766E"/>
                </a:solidFill>
                <a:latin typeface="Arial"/>
                <a:ea typeface="Arial"/>
                <a:cs typeface="Arial"/>
              </a:defRPr>
            </a:lvl6pPr>
            <a:lvl7pPr>
              <a:defRPr sz="2400" b="1">
                <a:solidFill>
                  <a:srgbClr val="0F766E"/>
                </a:solidFill>
                <a:latin typeface="Arial"/>
                <a:ea typeface="Arial"/>
                <a:cs typeface="Arial"/>
              </a:defRPr>
            </a:lvl7pPr>
            <a:lvl8pPr>
              <a:defRPr sz="2400" b="1">
                <a:solidFill>
                  <a:srgbClr val="0F766E"/>
                </a:solidFill>
                <a:latin typeface="Arial"/>
                <a:ea typeface="Arial"/>
                <a:cs typeface="Arial"/>
              </a:defRPr>
            </a:lvl8pPr>
            <a:lvl9pPr>
              <a:defRPr sz="2400" b="1">
                <a:solidFill>
                  <a:srgbClr val="0F766E"/>
                </a:solidFill>
                <a:latin typeface="Arial"/>
                <a:ea typeface="Arial"/>
                <a:cs typeface="Arial"/>
              </a:defRPr>
            </a:lvl9pPr>
          </a:lstStyle>
          <a:p xmlns:a="http://schemas.openxmlformats.org/drawingml/2006/main">
            <a:pPr>
              <a:defRPr sz="2400" b="1">
                <a:solidFill>
                  <a:srgbClr val="0F766E"/>
                </a:solidFill>
                <a:latin typeface="Arial"/>
                <a:ea typeface="Arial"/>
                <a:cs typeface="Arial"/>
              </a:defRPr>
            </a:pPr>
            <a:r>
              <a:rPr sz="2400" b="1">
                <a:solidFill>
                  <a:srgbClr val="0F766E"/>
                </a:solidFill>
                <a:latin typeface="Arial"/>
                <a:ea typeface="Arial"/>
                <a:cs typeface="Arial"/>
              </a:rPr>
              <a:t>01   Quyền truy cập</a:t>
            </a:r>
          </a:p>
        </p:txBody>
      </p:sp>
      <p:sp>
        <p:nvSpPr>
          <p:cNvPr id="4" name="">
            <a:extLst xmlns:a="http://schemas.openxmlformats.org/drawingml/2006/main">
              <a:ext uri="{FF2B5EF4-FFF2-40B4-BE49-F238E27FC236}">
                <a16:creationId xmlns:a16="http://schemas.microsoft.com/office/drawing/2014/main" id="{8C9056E3-8B6B-494B-8262-A9C324FD9F95}"/>
              </a:ext>
            </a:extLst>
          </p:cNvPr>
          <p:cNvSpPr>
            <a:spLocks xmlns:a="http://schemas.openxmlformats.org/drawingml/2006/main" noGrp="1"/>
          </p:cNvSpPr>
          <p:nvPr/>
        </p:nvSpPr>
        <p:spPr>
          <a:xfrm xmlns:a="http://schemas.openxmlformats.org/drawingml/2006/main">
            <a:off x="666750" y="238125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vl1pPr>
              <a:defRPr sz="2100" b="0">
                <a:solidFill>
                  <a:srgbClr val="16324F"/>
                </a:solidFill>
                <a:latin typeface="Arial"/>
                <a:ea typeface="Arial"/>
                <a:cs typeface="Arial"/>
              </a:defRPr>
            </a:lvl1pPr>
            <a:lvl2pPr>
              <a:defRPr sz="2100" b="0">
                <a:solidFill>
                  <a:srgbClr val="16324F"/>
                </a:solidFill>
                <a:latin typeface="Arial"/>
                <a:ea typeface="Arial"/>
                <a:cs typeface="Arial"/>
              </a:defRPr>
            </a:lvl2pPr>
            <a:lvl3pPr>
              <a:defRPr sz="2100" b="0">
                <a:solidFill>
                  <a:srgbClr val="16324F"/>
                </a:solidFill>
                <a:latin typeface="Arial"/>
                <a:ea typeface="Arial"/>
                <a:cs typeface="Arial"/>
              </a:defRPr>
            </a:lvl3pPr>
            <a:lvl4pPr>
              <a:defRPr sz="2100" b="0">
                <a:solidFill>
                  <a:srgbClr val="16324F"/>
                </a:solidFill>
                <a:latin typeface="Arial"/>
                <a:ea typeface="Arial"/>
                <a:cs typeface="Arial"/>
              </a:defRPr>
            </a:lvl4pPr>
            <a:lvl5pPr>
              <a:defRPr sz="2100" b="0">
                <a:solidFill>
                  <a:srgbClr val="16324F"/>
                </a:solidFill>
                <a:latin typeface="Arial"/>
                <a:ea typeface="Arial"/>
                <a:cs typeface="Arial"/>
              </a:defRPr>
            </a:lvl5pPr>
            <a:lvl6pPr>
              <a:defRPr sz="2100" b="0">
                <a:solidFill>
                  <a:srgbClr val="16324F"/>
                </a:solidFill>
                <a:latin typeface="Arial"/>
                <a:ea typeface="Arial"/>
                <a:cs typeface="Arial"/>
              </a:defRPr>
            </a:lvl6pPr>
            <a:lvl7pPr>
              <a:defRPr sz="2100" b="0">
                <a:solidFill>
                  <a:srgbClr val="16324F"/>
                </a:solidFill>
                <a:latin typeface="Arial"/>
                <a:ea typeface="Arial"/>
                <a:cs typeface="Arial"/>
              </a:defRPr>
            </a:lvl7pPr>
            <a:lvl8pPr>
              <a:defRPr sz="2100" b="0">
                <a:solidFill>
                  <a:srgbClr val="16324F"/>
                </a:solidFill>
                <a:latin typeface="Arial"/>
                <a:ea typeface="Arial"/>
                <a:cs typeface="Arial"/>
              </a:defRPr>
            </a:lvl8pPr>
            <a:lvl9pPr>
              <a:defRPr sz="2100" b="0">
                <a:solidFill>
                  <a:srgbClr val="16324F"/>
                </a:solidFill>
                <a:latin typeface="Arial"/>
                <a:ea typeface="Arial"/>
                <a:cs typeface="Arial"/>
              </a:defRPr>
            </a:lvl9pPr>
          </a:lstStyle>
          <a:p xmlns:a="http://schemas.openxmlformats.org/drawingml/2006/main">
            <a:pPr>
              <a:defRPr sz="2100" b="0">
                <a:solidFill>
                  <a:srgbClr val="16324F"/>
                </a:solidFill>
                <a:latin typeface="Arial"/>
                <a:ea typeface="Arial"/>
                <a:cs typeface="Arial"/>
              </a:defRPr>
            </a:pPr>
            <a:r>
              <a:rPr sz="2100" b="0">
                <a:solidFill>
                  <a:srgbClr val="16324F"/>
                </a:solidFill>
                <a:latin typeface="Arial"/>
                <a:ea typeface="Arial"/>
                <a:cs typeface="Arial"/>
              </a:rPr>
              <a:t>Tài khoản ngoài phạm vi không xem được bệnh án qua API</a:t>
            </a:r>
          </a:p>
        </p:txBody>
      </p:sp>
      <p:sp>
        <p:nvSpPr>
          <p:cNvPr id="5" name="">
            <a:extLst xmlns:a="http://schemas.openxmlformats.org/drawingml/2006/main">
              <a:ext uri="{FF2B5EF4-FFF2-40B4-BE49-F238E27FC236}">
                <a16:creationId xmlns:a16="http://schemas.microsoft.com/office/drawing/2014/main" id="{50B3AEA0-A124-4133-8782-2C217D358370}"/>
              </a:ext>
            </a:extLst>
          </p:cNvPr>
          <p:cNvSpPr>
            <a:spLocks xmlns:a="http://schemas.openxmlformats.org/drawingml/2006/main" noGrp="1"/>
          </p:cNvSpPr>
          <p:nvPr/>
        </p:nvSpPr>
        <p:spPr>
          <a:xfrm xmlns:a="http://schemas.openxmlformats.org/drawingml/2006/main">
            <a:off x="666750" y="323850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F766E"/>
                </a:solidFill>
                <a:latin typeface="Arial"/>
                <a:ea typeface="Arial"/>
                <a:cs typeface="Arial"/>
              </a:defRPr>
            </a:defPPr>
            <a:lvl1pPr>
              <a:defRPr sz="2400" b="1">
                <a:solidFill>
                  <a:srgbClr val="0F766E"/>
                </a:solidFill>
                <a:latin typeface="Arial"/>
                <a:ea typeface="Arial"/>
                <a:cs typeface="Arial"/>
              </a:defRPr>
            </a:lvl1pPr>
            <a:lvl2pPr>
              <a:defRPr sz="2400" b="1">
                <a:solidFill>
                  <a:srgbClr val="0F766E"/>
                </a:solidFill>
                <a:latin typeface="Arial"/>
                <a:ea typeface="Arial"/>
                <a:cs typeface="Arial"/>
              </a:defRPr>
            </a:lvl2pPr>
            <a:lvl3pPr>
              <a:defRPr sz="2400" b="1">
                <a:solidFill>
                  <a:srgbClr val="0F766E"/>
                </a:solidFill>
                <a:latin typeface="Arial"/>
                <a:ea typeface="Arial"/>
                <a:cs typeface="Arial"/>
              </a:defRPr>
            </a:lvl3pPr>
            <a:lvl4pPr>
              <a:defRPr sz="2400" b="1">
                <a:solidFill>
                  <a:srgbClr val="0F766E"/>
                </a:solidFill>
                <a:latin typeface="Arial"/>
                <a:ea typeface="Arial"/>
                <a:cs typeface="Arial"/>
              </a:defRPr>
            </a:lvl4pPr>
            <a:lvl5pPr>
              <a:defRPr sz="2400" b="1">
                <a:solidFill>
                  <a:srgbClr val="0F766E"/>
                </a:solidFill>
                <a:latin typeface="Arial"/>
                <a:ea typeface="Arial"/>
                <a:cs typeface="Arial"/>
              </a:defRPr>
            </a:lvl5pPr>
            <a:lvl6pPr>
              <a:defRPr sz="2400" b="1">
                <a:solidFill>
                  <a:srgbClr val="0F766E"/>
                </a:solidFill>
                <a:latin typeface="Arial"/>
                <a:ea typeface="Arial"/>
                <a:cs typeface="Arial"/>
              </a:defRPr>
            </a:lvl6pPr>
            <a:lvl7pPr>
              <a:defRPr sz="2400" b="1">
                <a:solidFill>
                  <a:srgbClr val="0F766E"/>
                </a:solidFill>
                <a:latin typeface="Arial"/>
                <a:ea typeface="Arial"/>
                <a:cs typeface="Arial"/>
              </a:defRPr>
            </a:lvl7pPr>
            <a:lvl8pPr>
              <a:defRPr sz="2400" b="1">
                <a:solidFill>
                  <a:srgbClr val="0F766E"/>
                </a:solidFill>
                <a:latin typeface="Arial"/>
                <a:ea typeface="Arial"/>
                <a:cs typeface="Arial"/>
              </a:defRPr>
            </a:lvl8pPr>
            <a:lvl9pPr>
              <a:defRPr sz="2400" b="1">
                <a:solidFill>
                  <a:srgbClr val="0F766E"/>
                </a:solidFill>
                <a:latin typeface="Arial"/>
                <a:ea typeface="Arial"/>
                <a:cs typeface="Arial"/>
              </a:defRPr>
            </a:lvl9pPr>
          </a:lstStyle>
          <a:p xmlns:a="http://schemas.openxmlformats.org/drawingml/2006/main">
            <a:pPr>
              <a:defRPr sz="2400" b="1">
                <a:solidFill>
                  <a:srgbClr val="0F766E"/>
                </a:solidFill>
                <a:latin typeface="Arial"/>
                <a:ea typeface="Arial"/>
                <a:cs typeface="Arial"/>
              </a:defRPr>
            </a:pPr>
            <a:r>
              <a:rPr sz="2400" b="1">
                <a:solidFill>
                  <a:srgbClr val="0F766E"/>
                </a:solidFill>
                <a:latin typeface="Arial"/>
                <a:ea typeface="Arial"/>
                <a:cs typeface="Arial"/>
              </a:rPr>
              <a:t>02   Độ đầy đủ của bộ lọc</a:t>
            </a:r>
          </a:p>
        </p:txBody>
      </p:sp>
      <p:sp>
        <p:nvSpPr>
          <p:cNvPr id="6" name="">
            <a:extLst xmlns:a="http://schemas.openxmlformats.org/drawingml/2006/main">
              <a:ext uri="{FF2B5EF4-FFF2-40B4-BE49-F238E27FC236}">
                <a16:creationId xmlns:a16="http://schemas.microsoft.com/office/drawing/2014/main" id="{F6B2071D-3D03-4AAC-82F2-0229E5C3A55E}"/>
              </a:ext>
            </a:extLst>
          </p:cNvPr>
          <p:cNvSpPr>
            <a:spLocks xmlns:a="http://schemas.openxmlformats.org/drawingml/2006/main" noGrp="1"/>
          </p:cNvSpPr>
          <p:nvPr/>
        </p:nvSpPr>
        <p:spPr>
          <a:xfrm xmlns:a="http://schemas.openxmlformats.org/drawingml/2006/main">
            <a:off x="666750" y="38100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vl1pPr>
              <a:defRPr sz="2100" b="0">
                <a:solidFill>
                  <a:srgbClr val="16324F"/>
                </a:solidFill>
                <a:latin typeface="Arial"/>
                <a:ea typeface="Arial"/>
                <a:cs typeface="Arial"/>
              </a:defRPr>
            </a:lvl1pPr>
            <a:lvl2pPr>
              <a:defRPr sz="2100" b="0">
                <a:solidFill>
                  <a:srgbClr val="16324F"/>
                </a:solidFill>
                <a:latin typeface="Arial"/>
                <a:ea typeface="Arial"/>
                <a:cs typeface="Arial"/>
              </a:defRPr>
            </a:lvl2pPr>
            <a:lvl3pPr>
              <a:defRPr sz="2100" b="0">
                <a:solidFill>
                  <a:srgbClr val="16324F"/>
                </a:solidFill>
                <a:latin typeface="Arial"/>
                <a:ea typeface="Arial"/>
                <a:cs typeface="Arial"/>
              </a:defRPr>
            </a:lvl3pPr>
            <a:lvl4pPr>
              <a:defRPr sz="2100" b="0">
                <a:solidFill>
                  <a:srgbClr val="16324F"/>
                </a:solidFill>
                <a:latin typeface="Arial"/>
                <a:ea typeface="Arial"/>
                <a:cs typeface="Arial"/>
              </a:defRPr>
            </a:lvl4pPr>
            <a:lvl5pPr>
              <a:defRPr sz="2100" b="0">
                <a:solidFill>
                  <a:srgbClr val="16324F"/>
                </a:solidFill>
                <a:latin typeface="Arial"/>
                <a:ea typeface="Arial"/>
                <a:cs typeface="Arial"/>
              </a:defRPr>
            </a:lvl5pPr>
            <a:lvl6pPr>
              <a:defRPr sz="2100" b="0">
                <a:solidFill>
                  <a:srgbClr val="16324F"/>
                </a:solidFill>
                <a:latin typeface="Arial"/>
                <a:ea typeface="Arial"/>
                <a:cs typeface="Arial"/>
              </a:defRPr>
            </a:lvl6pPr>
            <a:lvl7pPr>
              <a:defRPr sz="2100" b="0">
                <a:solidFill>
                  <a:srgbClr val="16324F"/>
                </a:solidFill>
                <a:latin typeface="Arial"/>
                <a:ea typeface="Arial"/>
                <a:cs typeface="Arial"/>
              </a:defRPr>
            </a:lvl7pPr>
            <a:lvl8pPr>
              <a:defRPr sz="2100" b="0">
                <a:solidFill>
                  <a:srgbClr val="16324F"/>
                </a:solidFill>
                <a:latin typeface="Arial"/>
                <a:ea typeface="Arial"/>
                <a:cs typeface="Arial"/>
              </a:defRPr>
            </a:lvl8pPr>
            <a:lvl9pPr>
              <a:defRPr sz="2100" b="0">
                <a:solidFill>
                  <a:srgbClr val="16324F"/>
                </a:solidFill>
                <a:latin typeface="Arial"/>
                <a:ea typeface="Arial"/>
                <a:cs typeface="Arial"/>
              </a:defRPr>
            </a:lvl9pPr>
          </a:lstStyle>
          <a:p xmlns:a="http://schemas.openxmlformats.org/drawingml/2006/main">
            <a:pPr>
              <a:defRPr sz="2100" b="0">
                <a:solidFill>
                  <a:srgbClr val="16324F"/>
                </a:solidFill>
                <a:latin typeface="Arial"/>
                <a:ea typeface="Arial"/>
                <a:cs typeface="Arial"/>
              </a:defRPr>
            </a:pPr>
            <a:r>
              <a:rPr sz="2100" b="0">
                <a:solidFill>
                  <a:srgbClr val="16324F"/>
                </a:solidFill>
                <a:latin typeface="Arial"/>
                <a:ea typeface="Arial"/>
                <a:cs typeface="Arial"/>
              </a:rPr>
              <a:t>Lọc BN1000 vẫn trả đúng hồ sơ ở cuối Table</a:t>
            </a:r>
          </a:p>
        </p:txBody>
      </p:sp>
      <p:sp>
        <p:nvSpPr>
          <p:cNvPr id="7" name="">
            <a:extLst xmlns:a="http://schemas.openxmlformats.org/drawingml/2006/main">
              <a:ext uri="{FF2B5EF4-FFF2-40B4-BE49-F238E27FC236}">
                <a16:creationId xmlns:a16="http://schemas.microsoft.com/office/drawing/2014/main" id="{8AF8C6CA-DAB5-4F85-8C63-C44BBE6D98EB}"/>
              </a:ext>
            </a:extLst>
          </p:cNvPr>
          <p:cNvSpPr>
            <a:spLocks xmlns:a="http://schemas.openxmlformats.org/drawingml/2006/main" noGrp="1"/>
          </p:cNvSpPr>
          <p:nvPr/>
        </p:nvSpPr>
        <p:spPr>
          <a:xfrm xmlns:a="http://schemas.openxmlformats.org/drawingml/2006/main">
            <a:off x="666750" y="46672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F766E"/>
                </a:solidFill>
                <a:latin typeface="Arial"/>
                <a:ea typeface="Arial"/>
                <a:cs typeface="Arial"/>
              </a:defRPr>
            </a:defPPr>
            <a:lvl1pPr>
              <a:defRPr sz="2400" b="1">
                <a:solidFill>
                  <a:srgbClr val="0F766E"/>
                </a:solidFill>
                <a:latin typeface="Arial"/>
                <a:ea typeface="Arial"/>
                <a:cs typeface="Arial"/>
              </a:defRPr>
            </a:lvl1pPr>
            <a:lvl2pPr>
              <a:defRPr sz="2400" b="1">
                <a:solidFill>
                  <a:srgbClr val="0F766E"/>
                </a:solidFill>
                <a:latin typeface="Arial"/>
                <a:ea typeface="Arial"/>
                <a:cs typeface="Arial"/>
              </a:defRPr>
            </a:lvl2pPr>
            <a:lvl3pPr>
              <a:defRPr sz="2400" b="1">
                <a:solidFill>
                  <a:srgbClr val="0F766E"/>
                </a:solidFill>
                <a:latin typeface="Arial"/>
                <a:ea typeface="Arial"/>
                <a:cs typeface="Arial"/>
              </a:defRPr>
            </a:lvl3pPr>
            <a:lvl4pPr>
              <a:defRPr sz="2400" b="1">
                <a:solidFill>
                  <a:srgbClr val="0F766E"/>
                </a:solidFill>
                <a:latin typeface="Arial"/>
                <a:ea typeface="Arial"/>
                <a:cs typeface="Arial"/>
              </a:defRPr>
            </a:lvl4pPr>
            <a:lvl5pPr>
              <a:defRPr sz="2400" b="1">
                <a:solidFill>
                  <a:srgbClr val="0F766E"/>
                </a:solidFill>
                <a:latin typeface="Arial"/>
                <a:ea typeface="Arial"/>
                <a:cs typeface="Arial"/>
              </a:defRPr>
            </a:lvl5pPr>
            <a:lvl6pPr>
              <a:defRPr sz="2400" b="1">
                <a:solidFill>
                  <a:srgbClr val="0F766E"/>
                </a:solidFill>
                <a:latin typeface="Arial"/>
                <a:ea typeface="Arial"/>
                <a:cs typeface="Arial"/>
              </a:defRPr>
            </a:lvl6pPr>
            <a:lvl7pPr>
              <a:defRPr sz="2400" b="1">
                <a:solidFill>
                  <a:srgbClr val="0F766E"/>
                </a:solidFill>
                <a:latin typeface="Arial"/>
                <a:ea typeface="Arial"/>
                <a:cs typeface="Arial"/>
              </a:defRPr>
            </a:lvl7pPr>
            <a:lvl8pPr>
              <a:defRPr sz="2400" b="1">
                <a:solidFill>
                  <a:srgbClr val="0F766E"/>
                </a:solidFill>
                <a:latin typeface="Arial"/>
                <a:ea typeface="Arial"/>
                <a:cs typeface="Arial"/>
              </a:defRPr>
            </a:lvl8pPr>
            <a:lvl9pPr>
              <a:defRPr sz="2400" b="1">
                <a:solidFill>
                  <a:srgbClr val="0F766E"/>
                </a:solidFill>
                <a:latin typeface="Arial"/>
                <a:ea typeface="Arial"/>
                <a:cs typeface="Arial"/>
              </a:defRPr>
            </a:lvl9pPr>
          </a:lstStyle>
          <a:p xmlns:a="http://schemas.openxmlformats.org/drawingml/2006/main">
            <a:pPr>
              <a:defRPr sz="2400" b="1">
                <a:solidFill>
                  <a:srgbClr val="0F766E"/>
                </a:solidFill>
                <a:latin typeface="Arial"/>
                <a:ea typeface="Arial"/>
                <a:cs typeface="Arial"/>
              </a:defRPr>
            </a:pPr>
            <a:r>
              <a:rPr sz="2400" b="1">
                <a:solidFill>
                  <a:srgbClr val="0F766E"/>
                </a:solidFill>
                <a:latin typeface="Arial"/>
                <a:ea typeface="Arial"/>
                <a:cs typeface="Arial"/>
              </a:rPr>
              <a:t>03   Heading Styles</a:t>
            </a:r>
          </a:p>
        </p:txBody>
      </p:sp>
      <p:sp>
        <p:nvSpPr>
          <p:cNvPr id="8" name="">
            <a:extLst xmlns:a="http://schemas.openxmlformats.org/drawingml/2006/main">
              <a:ext uri="{FF2B5EF4-FFF2-40B4-BE49-F238E27FC236}">
                <a16:creationId xmlns:a16="http://schemas.microsoft.com/office/drawing/2014/main" id="{99CB4889-38AA-4787-B42F-1CCF172D0B6A}"/>
              </a:ext>
            </a:extLst>
          </p:cNvPr>
          <p:cNvSpPr>
            <a:spLocks xmlns:a="http://schemas.openxmlformats.org/drawingml/2006/main" noGrp="1"/>
          </p:cNvSpPr>
          <p:nvPr/>
        </p:nvSpPr>
        <p:spPr>
          <a:xfrm xmlns:a="http://schemas.openxmlformats.org/drawingml/2006/main">
            <a:off x="666750" y="523875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6324F"/>
                </a:solidFill>
                <a:latin typeface="Arial"/>
                <a:ea typeface="Arial"/>
                <a:cs typeface="Arial"/>
              </a:defRPr>
            </a:defPPr>
            <a:lvl1pPr>
              <a:defRPr sz="2100" b="0">
                <a:solidFill>
                  <a:srgbClr val="16324F"/>
                </a:solidFill>
                <a:latin typeface="Arial"/>
                <a:ea typeface="Arial"/>
                <a:cs typeface="Arial"/>
              </a:defRPr>
            </a:lvl1pPr>
            <a:lvl2pPr>
              <a:defRPr sz="2100" b="0">
                <a:solidFill>
                  <a:srgbClr val="16324F"/>
                </a:solidFill>
                <a:latin typeface="Arial"/>
                <a:ea typeface="Arial"/>
                <a:cs typeface="Arial"/>
              </a:defRPr>
            </a:lvl2pPr>
            <a:lvl3pPr>
              <a:defRPr sz="2100" b="0">
                <a:solidFill>
                  <a:srgbClr val="16324F"/>
                </a:solidFill>
                <a:latin typeface="Arial"/>
                <a:ea typeface="Arial"/>
                <a:cs typeface="Arial"/>
              </a:defRPr>
            </a:lvl3pPr>
            <a:lvl4pPr>
              <a:defRPr sz="2100" b="0">
                <a:solidFill>
                  <a:srgbClr val="16324F"/>
                </a:solidFill>
                <a:latin typeface="Arial"/>
                <a:ea typeface="Arial"/>
                <a:cs typeface="Arial"/>
              </a:defRPr>
            </a:lvl4pPr>
            <a:lvl5pPr>
              <a:defRPr sz="2100" b="0">
                <a:solidFill>
                  <a:srgbClr val="16324F"/>
                </a:solidFill>
                <a:latin typeface="Arial"/>
                <a:ea typeface="Arial"/>
                <a:cs typeface="Arial"/>
              </a:defRPr>
            </a:lvl5pPr>
            <a:lvl6pPr>
              <a:defRPr sz="2100" b="0">
                <a:solidFill>
                  <a:srgbClr val="16324F"/>
                </a:solidFill>
                <a:latin typeface="Arial"/>
                <a:ea typeface="Arial"/>
                <a:cs typeface="Arial"/>
              </a:defRPr>
            </a:lvl6pPr>
            <a:lvl7pPr>
              <a:defRPr sz="2100" b="0">
                <a:solidFill>
                  <a:srgbClr val="16324F"/>
                </a:solidFill>
                <a:latin typeface="Arial"/>
                <a:ea typeface="Arial"/>
                <a:cs typeface="Arial"/>
              </a:defRPr>
            </a:lvl7pPr>
            <a:lvl8pPr>
              <a:defRPr sz="2100" b="0">
                <a:solidFill>
                  <a:srgbClr val="16324F"/>
                </a:solidFill>
                <a:latin typeface="Arial"/>
                <a:ea typeface="Arial"/>
                <a:cs typeface="Arial"/>
              </a:defRPr>
            </a:lvl8pPr>
            <a:lvl9pPr>
              <a:defRPr sz="2100" b="0">
                <a:solidFill>
                  <a:srgbClr val="16324F"/>
                </a:solidFill>
                <a:latin typeface="Arial"/>
                <a:ea typeface="Arial"/>
                <a:cs typeface="Arial"/>
              </a:defRPr>
            </a:lvl9pPr>
          </a:lstStyle>
          <a:p xmlns:a="http://schemas.openxmlformats.org/drawingml/2006/main">
            <a:pPr>
              <a:defRPr sz="2100" b="0">
                <a:solidFill>
                  <a:srgbClr val="16324F"/>
                </a:solidFill>
                <a:latin typeface="Arial"/>
                <a:ea typeface="Arial"/>
                <a:cs typeface="Arial"/>
              </a:defRPr>
            </a:pPr>
            <a:r>
              <a:rPr sz="2100" b="0">
                <a:solidFill>
                  <a:srgbClr val="16324F"/>
                </a:solidFill>
                <a:latin typeface="Arial"/>
                <a:ea typeface="Arial"/>
                <a:cs typeface="Arial"/>
              </a:rPr>
              <a:t>Chọn đoạn gán nhầm rồi Ctrl + Shift + N để về Normal</a:t>
            </a:r>
          </a:p>
        </p:txBody>
      </p:sp>
    </p:spTree>
    <p:extLst>
      <p:ext uri="{BB962C8B-B14F-4D97-AF65-F5344CB8AC3E}">
        <p14:creationId xmlns:p14="http://schemas.microsoft.com/office/powerpoint/2010/main" val="148653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2026-10-27T04:19:18.4540000Z</dcterms:created>
  <dcterms:modified xsi:type="dcterms:W3CDTF">2026-10-27T04:19:18.4540000Z</dcterms:modified>
</coreProperties>
</file>